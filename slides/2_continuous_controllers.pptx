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49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16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Working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Proportional band</a:t>
            </a:r>
          </a:p>
          <a:p>
            <a:r>
              <a:rPr lang="de-DE" dirty="0"/>
              <a:t>Performance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F54F-3729-3D0D-1F48-430A6D9E4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Controller?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C90E4-2142-1ED9-9BE2-999CC2EFA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Computes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/>
              <a:t>Main </a:t>
            </a: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Implemented</a:t>
            </a:r>
            <a:r>
              <a:rPr lang="de-DE" dirty="0"/>
              <a:t> in 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hardware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17444-670B-8FFE-12D9-5A350CF7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376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EF9A5-1485-3DAA-8322-154CBC07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3CBB5-F3B0-0159-EB30-E109362D9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Small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58A0C1-553D-32D6-FF6F-28C2DF74A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678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3404-24F2-9A05-A838-DA664C42F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Control (P)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BACF97-F93A-1C13-3B25-2B3FA1DBF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input</a:t>
            </a:r>
            <a:r>
              <a:rPr lang="de-DE" dirty="0"/>
              <a:t> proportional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/>
              <a:t>Simple and intuitive</a:t>
            </a:r>
          </a:p>
          <a:p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eliminate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in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Equation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u</a:t>
            </a:r>
            <a:r>
              <a:rPr lang="de-DE" dirty="0"/>
              <a:t>(t) = </a:t>
            </a:r>
            <a:r>
              <a:rPr lang="de-DE" dirty="0" err="1"/>
              <a:t>K_p</a:t>
            </a:r>
            <a:r>
              <a:rPr lang="de-DE" dirty="0"/>
              <a:t> </a:t>
            </a:r>
            <a:r>
              <a:rPr lang="de-DE" dirty="0" err="1"/>
              <a:t>e</a:t>
            </a:r>
            <a:r>
              <a:rPr lang="de-DE" dirty="0"/>
              <a:t>(t)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CAD8-8E38-4758-E235-265989259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6577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B9667-CF16-50CB-8E69-4DB8CD71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Control (I)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6263E-20A7-2E59-29DE-D5259EBA0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Eliminates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cause</a:t>
            </a:r>
            <a:r>
              <a:rPr lang="de-DE" dirty="0"/>
              <a:t> slow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893B-FC10-112C-E56C-02067DFC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493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0390A8-DE49-7EF9-3DE8-8DB638E9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Control (D)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DB09B-8983-50DC-76E3-164BD1118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Predictive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  <a:p>
            <a:r>
              <a:rPr lang="de-DE" dirty="0"/>
              <a:t>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13244-15FD-1336-A55D-C0B2593A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511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PI, PD, and 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8882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Most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/>
              <a:t>PI: P + I</a:t>
            </a:r>
          </a:p>
          <a:p>
            <a:r>
              <a:rPr lang="de-DE" dirty="0"/>
              <a:t>PD: P + D</a:t>
            </a:r>
          </a:p>
          <a:p>
            <a:r>
              <a:rPr lang="de-DE" dirty="0"/>
              <a:t>PID: P + I + 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C0798CB-DBAD-4593-F490-F4A1AF6CD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068" y="3414453"/>
            <a:ext cx="9299864" cy="330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EF8FC0-6E44-CCDF-9E20-7C71F9BF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Working Point and </a:t>
            </a:r>
            <a:r>
              <a:rPr lang="de-DE" dirty="0" err="1"/>
              <a:t>Linearization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105FA-9C76-342F-5C77-0F401AEE3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Controllers </a:t>
            </a:r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Linear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Valid </a:t>
            </a:r>
            <a:r>
              <a:rPr lang="de-DE" dirty="0" err="1"/>
              <a:t>locally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C04179-7F28-DA11-46A9-60CF125E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228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5B6400-71B9-BBA2-4116-E0489CE2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Band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35EB3A-7D49-6783-24D3-317BE17EF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Inverse </a:t>
            </a:r>
            <a:r>
              <a:rPr lang="de-DE" dirty="0" err="1"/>
              <a:t>of</a:t>
            </a:r>
            <a:r>
              <a:rPr lang="de-DE" dirty="0"/>
              <a:t> proportional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/>
              <a:t>Common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specification</a:t>
            </a:r>
            <a:endParaRPr lang="de-DE" dirty="0"/>
          </a:p>
          <a:p>
            <a:r>
              <a:rPr lang="de-DE" dirty="0" err="1"/>
              <a:t>Smaller</a:t>
            </a:r>
            <a:r>
              <a:rPr lang="de-DE" dirty="0"/>
              <a:t> band → </a:t>
            </a:r>
            <a:r>
              <a:rPr lang="de-DE" dirty="0" err="1"/>
              <a:t>stronger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C52D2-911D-C47E-BCBF-C746469C1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717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355E0D-4845-5972-CE28-2A9FF1A48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Time-Domain Performance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451445-8B83-2DEE-187E-FD99F0AB7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Rise</a:t>
            </a:r>
            <a:r>
              <a:rPr lang="de-DE" dirty="0"/>
              <a:t> time</a:t>
            </a:r>
          </a:p>
          <a:p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Steady-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1F8793-E6DF-E96C-9540-DD1753BF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708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01C58-C2B6-496F-B9DD-EE4C9B0B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Performance Trade-Offs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F9C35F-BF21-063A-666B-4251A1403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Noise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197166-B80F-2074-7D72-1C6F5A8C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205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Macintosh PowerPoint</Application>
  <PresentationFormat>Breitbild</PresentationFormat>
  <Paragraphs>81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Continuous-time Controllers</vt:lpstr>
      <vt:lpstr>Course Schedule</vt:lpstr>
      <vt:lpstr>Continuous-time Controllers</vt:lpstr>
      <vt:lpstr>What Is a Controller?</vt:lpstr>
      <vt:lpstr>Control Objectives</vt:lpstr>
      <vt:lpstr>Proportional Control (P)</vt:lpstr>
      <vt:lpstr>Integral Control (I)</vt:lpstr>
      <vt:lpstr>Derivative Control (D)</vt:lpstr>
      <vt:lpstr>PI, PD, and PID Controllers</vt:lpstr>
      <vt:lpstr>Working Point and Linearization</vt:lpstr>
      <vt:lpstr>Proportional Band</vt:lpstr>
      <vt:lpstr>Time-Domain Performance Metrics</vt:lpstr>
      <vt:lpstr>Performance Trade-Offs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50</cp:revision>
  <dcterms:created xsi:type="dcterms:W3CDTF">2025-01-08T09:27:30Z</dcterms:created>
  <dcterms:modified xsi:type="dcterms:W3CDTF">2026-01-28T12:46:33Z</dcterms:modified>
</cp:coreProperties>
</file>