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35"/>
    <p:restoredTop sz="95028" autoAdjust="0"/>
  </p:normalViewPr>
  <p:slideViewPr>
    <p:cSldViewPr snapToGrid="0">
      <p:cViewPr varScale="1">
        <p:scale>
          <a:sx n="69" d="100"/>
          <a:sy n="69" d="100"/>
        </p:scale>
        <p:origin x="224" y="18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Proportional band</a:t>
            </a:r>
          </a:p>
          <a:p>
            <a:r>
              <a:rPr lang="de-DE" dirty="0"/>
              <a:t>Performance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Computes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/>
              <a:t>Main </a:t>
            </a: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Implemented</a:t>
            </a:r>
            <a:r>
              <a:rPr lang="de-DE" dirty="0"/>
              <a:t> in 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hardware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BACF97-F93A-1C13-3B25-2B3FA1DBF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input</a:t>
            </a:r>
            <a:r>
              <a:rPr lang="de-DE" dirty="0"/>
              <a:t>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Simple and intuitive</a:t>
            </a:r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eliminate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Equation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u</a:t>
            </a:r>
            <a:r>
              <a:rPr lang="de-DE" dirty="0"/>
              <a:t>(t) = </a:t>
            </a:r>
            <a:r>
              <a:rPr lang="de-DE" dirty="0" err="1"/>
              <a:t>K_p</a:t>
            </a:r>
            <a:r>
              <a:rPr lang="de-DE" dirty="0"/>
              <a:t> </a:t>
            </a:r>
            <a:r>
              <a:rPr lang="de-DE" dirty="0" err="1"/>
              <a:t>e</a:t>
            </a:r>
            <a:r>
              <a:rPr lang="de-DE" dirty="0"/>
              <a:t>(t)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cause</a:t>
            </a:r>
            <a:r>
              <a:rPr lang="de-DE" dirty="0"/>
              <a:t> slow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  <a:p>
            <a:r>
              <a:rPr lang="de-DE" dirty="0"/>
              <a:t>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PI, PD, and 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8882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/>
              <a:t>PI: P + I</a:t>
            </a:r>
          </a:p>
          <a:p>
            <a:r>
              <a:rPr lang="de-DE" dirty="0"/>
              <a:t>PD: P + D</a:t>
            </a:r>
          </a:p>
          <a:p>
            <a:r>
              <a:rPr lang="de-DE" dirty="0"/>
              <a:t>PID: P + I + 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C0798CB-DBAD-4593-F490-F4A1AF6CD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068" y="3414453"/>
            <a:ext cx="9299864" cy="3307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35EB3A-7D49-6783-24D3-317BE17EF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/>
              <a:t>Common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specification</a:t>
            </a:r>
            <a:endParaRPr lang="de-DE" dirty="0"/>
          </a:p>
          <a:p>
            <a:r>
              <a:rPr lang="de-DE" dirty="0" err="1"/>
              <a:t>Smaller</a:t>
            </a:r>
            <a:r>
              <a:rPr lang="de-DE" dirty="0"/>
              <a:t> band → </a:t>
            </a:r>
            <a:r>
              <a:rPr lang="de-DE" dirty="0" err="1"/>
              <a:t>stronger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355E0D-4845-5972-CE28-2A9FF1A4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451445-8B83-2DEE-187E-FD99F0AB7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Rise</a:t>
            </a:r>
            <a:r>
              <a:rPr lang="de-DE" dirty="0"/>
              <a:t> time</a:t>
            </a:r>
          </a:p>
          <a:p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Steady-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1F8793-E6DF-E96C-9540-DD1753BF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708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Performance Trade-Offs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F9C35F-BF21-063A-666B-4251A1403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Noise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</Words>
  <Application>Microsoft Macintosh PowerPoint</Application>
  <PresentationFormat>Breitbild</PresentationFormat>
  <Paragraphs>81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Continuous-time Controllers</vt:lpstr>
      <vt:lpstr>Course Schedule</vt:lpstr>
      <vt:lpstr>Continuous-time Controllers</vt:lpstr>
      <vt:lpstr>What Is a Controller?</vt:lpstr>
      <vt:lpstr>Control Objectives</vt:lpstr>
      <vt:lpstr>Proportional Control (P)</vt:lpstr>
      <vt:lpstr>Integral Control (I)</vt:lpstr>
      <vt:lpstr>Derivative Control (D)</vt:lpstr>
      <vt:lpstr>PI, PD, and PID Controllers</vt:lpstr>
      <vt:lpstr>Working Point and Linearization</vt:lpstr>
      <vt:lpstr>Proportional Band</vt:lpstr>
      <vt:lpstr>Time-Domain Performance Metrics</vt:lpstr>
      <vt:lpstr>Performance Trade-Offs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51</cp:revision>
  <dcterms:created xsi:type="dcterms:W3CDTF">2025-01-08T09:27:30Z</dcterms:created>
  <dcterms:modified xsi:type="dcterms:W3CDTF">2026-01-29T11:01:28Z</dcterms:modified>
</cp:coreProperties>
</file>