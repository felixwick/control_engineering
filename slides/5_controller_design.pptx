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65" r:id="rId3"/>
    <p:sldId id="266" r:id="rId4"/>
    <p:sldId id="267" r:id="rId5"/>
    <p:sldId id="268" r:id="rId6"/>
    <p:sldId id="278" r:id="rId7"/>
    <p:sldId id="276" r:id="rId8"/>
    <p:sldId id="269" r:id="rId9"/>
    <p:sldId id="270" r:id="rId10"/>
    <p:sldId id="279" r:id="rId11"/>
    <p:sldId id="280" r:id="rId12"/>
    <p:sldId id="271" r:id="rId13"/>
    <p:sldId id="272" r:id="rId14"/>
    <p:sldId id="273" r:id="rId15"/>
    <p:sldId id="274" r:id="rId16"/>
    <p:sldId id="275" r:id="rId17"/>
    <p:sldId id="27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/>
    <p:restoredTop sz="95028" autoAdjust="0"/>
  </p:normalViewPr>
  <p:slideViewPr>
    <p:cSldViewPr snapToGrid="0">
      <p:cViewPr varScale="1">
        <p:scale>
          <a:sx n="126" d="100"/>
          <a:sy n="126" d="100"/>
        </p:scale>
        <p:origin x="232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Error </a:t>
                </a:r>
                <a:r>
                  <a:rPr lang="de-DE" sz="2400" dirty="0" err="1"/>
                  <a:t>correction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 to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setpoint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computes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, and </a:t>
                </a:r>
                <a:r>
                  <a:rPr lang="de-DE" sz="2400" dirty="0" err="1"/>
                  <a:t>acts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reduce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Negative </a:t>
                </a:r>
                <a:r>
                  <a:rPr lang="de-DE" sz="2400" dirty="0" err="1">
                    <a:sym typeface="Wingdings" pitchFamily="2" charset="2"/>
                  </a:rPr>
                  <a:t>feedback</a:t>
                </a:r>
                <a:r>
                  <a:rPr lang="de-DE" sz="2400" dirty="0">
                    <a:sym typeface="Wingdings" pitchFamily="2" charset="2"/>
                  </a:rPr>
                  <a:t> (p</a:t>
                </a:r>
                <a:r>
                  <a:rPr lang="de-DE" sz="2400" dirty="0"/>
                  <a:t>ositive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but </a:t>
                </a:r>
                <a:r>
                  <a:rPr lang="de-DE" sz="2400" dirty="0" err="1"/>
                  <a:t>risks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instability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poorly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 plants</a:t>
                </a:r>
              </a:p>
              <a:p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attenuating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unknown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Reduced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uncertainty</a:t>
                </a:r>
                <a:endParaRPr lang="de-DE" sz="2400" dirty="0"/>
              </a:p>
              <a:p>
                <a:r>
                  <a:rPr lang="de-DE" sz="2400" dirty="0" err="1"/>
                  <a:t>Improved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accuracy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Trade-offs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unavoidable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Loop </a:t>
            </a:r>
            <a:r>
              <a:rPr lang="de-DE" dirty="0" err="1"/>
              <a:t>Gain</a:t>
            </a:r>
            <a:r>
              <a:rPr lang="de-DE" dirty="0"/>
              <a:t> and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Tools: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criterion</a:t>
                </a:r>
                <a:r>
                  <a:rPr lang="de-DE" sz="2400" dirty="0"/>
                  <a:t>, Bode </a:t>
                </a:r>
                <a:r>
                  <a:rPr lang="de-DE" sz="2400" dirty="0" err="1"/>
                  <a:t>plots</a:t>
                </a:r>
                <a:r>
                  <a:rPr lang="de-DE" sz="2400" dirty="0"/>
                  <a:t>, root </a:t>
                </a:r>
                <a:r>
                  <a:rPr lang="de-DE" sz="2400" dirty="0" err="1"/>
                  <a:t>locus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C5237-6BE6-8EF9-4CF2-8840AE86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good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D462BA-7603-D319-52E0-A2C21EAAB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Disturbacne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independently</a:t>
            </a:r>
            <a:r>
              <a:rPr lang="de-DE" dirty="0"/>
              <a:t>:</a:t>
            </a:r>
          </a:p>
          <a:p>
            <a:r>
              <a:rPr lang="de-DE" dirty="0"/>
              <a:t>Aggressive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fast </a:t>
            </a:r>
            <a:r>
              <a:rPr lang="de-DE" dirty="0" err="1"/>
              <a:t>tracking</a:t>
            </a:r>
            <a:r>
              <a:rPr lang="de-DE" dirty="0"/>
              <a:t> but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robust but </a:t>
            </a:r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Fundamental and </a:t>
            </a:r>
            <a:r>
              <a:rPr lang="de-DE" dirty="0" err="1"/>
              <a:t>tied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DFD6F6-7882-2454-DA98-53A8C188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r>
              <a:rPr lang="de-DE" dirty="0"/>
              <a:t>Use </a:t>
            </a:r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formulas</a:t>
            </a:r>
            <a:endParaRPr lang="de-DE" dirty="0"/>
          </a:p>
          <a:p>
            <a:r>
              <a:rPr lang="de-DE" dirty="0"/>
              <a:t>Fast but aggressive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D58EA8-D03B-3C93-1C0F-F98C41CE6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process</a:t>
            </a:r>
            <a:r>
              <a:rPr lang="de-DE" dirty="0"/>
              <a:t> time </a:t>
            </a:r>
            <a:r>
              <a:rPr lang="de-DE" dirty="0" err="1"/>
              <a:t>constants</a:t>
            </a:r>
            <a:endParaRPr lang="de-DE" dirty="0"/>
          </a:p>
          <a:p>
            <a:r>
              <a:rPr lang="de-DE" dirty="0"/>
              <a:t>More </a:t>
            </a:r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</Words>
  <Application>Microsoft Macintosh PowerPoint</Application>
  <PresentationFormat>Breitbild</PresentationFormat>
  <Paragraphs>112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Loop Gain and Stability</vt:lpstr>
      <vt:lpstr>Root locus</vt:lpstr>
      <vt:lpstr>Setpoint Tracking</vt:lpstr>
      <vt:lpstr>Disturbance Rejection</vt:lpstr>
      <vt:lpstr>Trade-Off</vt:lpstr>
      <vt:lpstr>Lead and Lag Compensators</vt:lpstr>
      <vt:lpstr>PID Tuning</vt:lpstr>
      <vt:lpstr>Ziegler–Nichols Method</vt:lpstr>
      <vt:lpstr>T-Sum Method</vt:lpstr>
      <vt:lpstr>Sensitivity Functions</vt:lpstr>
      <vt:lpstr>Robustness</vt:lpstr>
      <vt:lpstr>Cascade Control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63</cp:revision>
  <dcterms:created xsi:type="dcterms:W3CDTF">2025-01-08T09:27:30Z</dcterms:created>
  <dcterms:modified xsi:type="dcterms:W3CDTF">2026-02-21T22:04:56Z</dcterms:modified>
</cp:coreProperties>
</file>