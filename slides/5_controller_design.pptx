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84"/>
    <p:restoredTop sz="95028" autoAdjust="0"/>
  </p:normalViewPr>
  <p:slideViewPr>
    <p:cSldViewPr snapToGrid="0">
      <p:cViewPr varScale="1">
        <p:scale>
          <a:sx n="99" d="100"/>
          <a:sy n="99" d="100"/>
        </p:scale>
        <p:origin x="200" y="11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 err="1"/>
              <a:t>Setpoint</a:t>
            </a:r>
            <a:r>
              <a:rPr lang="de-DE" dirty="0"/>
              <a:t> vs.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  <a:p>
            <a:r>
              <a:rPr lang="de-DE" dirty="0" err="1"/>
              <a:t>Sensitivity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41440B-2A4C-FDB4-9214-69A27D10F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Error </a:t>
            </a:r>
            <a:r>
              <a:rPr lang="de-DE" dirty="0" err="1"/>
              <a:t>correction</a:t>
            </a:r>
            <a:endParaRPr lang="de-DE" dirty="0"/>
          </a:p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  <a:p>
            <a:r>
              <a:rPr lang="de-DE" dirty="0"/>
              <a:t>Trade-offs </a:t>
            </a:r>
            <a:r>
              <a:rPr lang="de-DE" dirty="0" err="1"/>
              <a:t>unavoidable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876B9F-EBF9-6B58-689C-B45637420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changes</a:t>
            </a:r>
            <a:endParaRPr lang="de-DE" dirty="0"/>
          </a:p>
          <a:p>
            <a:r>
              <a:rPr lang="de-DE" dirty="0"/>
              <a:t>Focus on </a:t>
            </a:r>
            <a:r>
              <a:rPr lang="de-DE" dirty="0" err="1"/>
              <a:t>speed</a:t>
            </a:r>
            <a:r>
              <a:rPr lang="de-DE" dirty="0"/>
              <a:t> and </a:t>
            </a:r>
            <a:r>
              <a:rPr lang="de-DE" dirty="0" err="1"/>
              <a:t>accuracy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988EF8-7026-5678-C939-1A00A4DDA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external </a:t>
            </a:r>
            <a:r>
              <a:rPr lang="de-DE" dirty="0" err="1"/>
              <a:t>disturbances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conflicting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1B2717-D9C9-04E4-EF9E-1E5F96C46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DFD6F6-7882-2454-DA98-53A8C188E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  <a:p>
            <a:r>
              <a:rPr lang="de-DE" dirty="0"/>
              <a:t>Use </a:t>
            </a:r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formulas</a:t>
            </a:r>
            <a:endParaRPr lang="de-DE" dirty="0"/>
          </a:p>
          <a:p>
            <a:r>
              <a:rPr lang="de-DE" dirty="0"/>
              <a:t>Fast but aggressive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200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D58EA8-D03B-3C93-1C0F-F98C41CE6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process</a:t>
            </a:r>
            <a:r>
              <a:rPr lang="de-DE" dirty="0"/>
              <a:t> time </a:t>
            </a:r>
            <a:r>
              <a:rPr lang="de-DE" dirty="0" err="1"/>
              <a:t>constants</a:t>
            </a:r>
            <a:endParaRPr lang="de-DE" dirty="0"/>
          </a:p>
          <a:p>
            <a:r>
              <a:rPr lang="de-DE" dirty="0"/>
              <a:t>More </a:t>
            </a:r>
            <a:r>
              <a:rPr lang="de-DE" dirty="0" err="1"/>
              <a:t>conservative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0064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075915-A5A5-515D-255C-C8B0D195F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uncertainties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at </a:t>
            </a:r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Performance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/>
              <a:t>Trade-off </a:t>
            </a:r>
            <a:r>
              <a:rPr lang="de-DE" dirty="0" err="1"/>
              <a:t>with</a:t>
            </a:r>
            <a:r>
              <a:rPr lang="de-DE" dirty="0"/>
              <a:t> optimal </a:t>
            </a:r>
            <a:r>
              <a:rPr lang="de-DE" dirty="0" err="1"/>
              <a:t>performance</a:t>
            </a:r>
            <a:endParaRPr lang="de-DE" dirty="0"/>
          </a:p>
          <a:p>
            <a:r>
              <a:rPr lang="de-DE" dirty="0"/>
              <a:t>Essential in real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</Words>
  <Application>Microsoft Macintosh PowerPoint</Application>
  <PresentationFormat>Breitbild</PresentationFormat>
  <Paragraphs>65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Controller Design</vt:lpstr>
      <vt:lpstr>Course Schedule</vt:lpstr>
      <vt:lpstr>Controller Design</vt:lpstr>
      <vt:lpstr>The Control Design Problem</vt:lpstr>
      <vt:lpstr>Feedback Control Principles</vt:lpstr>
      <vt:lpstr>Setpoint Tracking</vt:lpstr>
      <vt:lpstr>Disturbance Rejection</vt:lpstr>
      <vt:lpstr>PID Tuning</vt:lpstr>
      <vt:lpstr>Ziegler–Nichols Method</vt:lpstr>
      <vt:lpstr>T-Sum Method</vt:lpstr>
      <vt:lpstr>Sensitivity Functions</vt:lpstr>
      <vt:lpstr>Robustness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47</cp:revision>
  <dcterms:created xsi:type="dcterms:W3CDTF">2025-01-08T09:27:30Z</dcterms:created>
  <dcterms:modified xsi:type="dcterms:W3CDTF">2026-01-24T13:20:06Z</dcterms:modified>
</cp:coreProperties>
</file>