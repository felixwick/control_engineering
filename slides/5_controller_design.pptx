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/>
    <p:restoredTop sz="95028" autoAdjust="0"/>
  </p:normalViewPr>
  <p:slideViewPr>
    <p:cSldViewPr snapToGrid="0">
      <p:cViewPr varScale="1">
        <p:scale>
          <a:sx n="126" d="100"/>
          <a:sy n="126" d="100"/>
        </p:scale>
        <p:origin x="232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41440B-2A4C-FDB4-9214-69A27D10F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Error </a:t>
            </a:r>
            <a:r>
              <a:rPr lang="de-DE" dirty="0" err="1"/>
              <a:t>correction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  <a:p>
            <a:r>
              <a:rPr lang="de-DE" dirty="0"/>
              <a:t>Trade-offs </a:t>
            </a:r>
            <a:r>
              <a:rPr lang="de-DE" dirty="0" err="1"/>
              <a:t>unavoidable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876B9F-EBF9-6B58-689C-B45637420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r>
              <a:rPr lang="de-DE" dirty="0"/>
              <a:t>Focus on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988EF8-7026-5678-C939-1A00A4DDA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external </a:t>
            </a:r>
            <a:r>
              <a:rPr lang="de-DE" dirty="0" err="1"/>
              <a:t>disturbances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DFD6F6-7882-2454-DA98-53A8C188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r>
              <a:rPr lang="de-DE" dirty="0"/>
              <a:t>Use </a:t>
            </a:r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formulas</a:t>
            </a:r>
            <a:endParaRPr lang="de-DE" dirty="0"/>
          </a:p>
          <a:p>
            <a:r>
              <a:rPr lang="de-DE" dirty="0"/>
              <a:t>Fast but aggressive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D58EA8-D03B-3C93-1C0F-F98C41CE6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process</a:t>
            </a:r>
            <a:r>
              <a:rPr lang="de-DE" dirty="0"/>
              <a:t> time </a:t>
            </a:r>
            <a:r>
              <a:rPr lang="de-DE" dirty="0" err="1"/>
              <a:t>constants</a:t>
            </a:r>
            <a:endParaRPr lang="de-DE" dirty="0"/>
          </a:p>
          <a:p>
            <a:r>
              <a:rPr lang="de-DE" dirty="0"/>
              <a:t>More </a:t>
            </a:r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C5237-6BE6-8EF9-4CF2-8840AE86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Macintosh PowerPoint</Application>
  <PresentationFormat>Breitbild</PresentationFormat>
  <Paragraphs>71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Setpoint Tracking</vt:lpstr>
      <vt:lpstr>Disturbance Rejection</vt:lpstr>
      <vt:lpstr>PID Tuning</vt:lpstr>
      <vt:lpstr>Ziegler–Nichols Method</vt:lpstr>
      <vt:lpstr>T-Sum Method</vt:lpstr>
      <vt:lpstr>Sensitivity Functions</vt:lpstr>
      <vt:lpstr>Robustness</vt:lpstr>
      <vt:lpstr>Root locus</vt:lpstr>
      <vt:lpstr>Cascade Control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50</cp:revision>
  <dcterms:created xsi:type="dcterms:W3CDTF">2025-01-08T09:27:30Z</dcterms:created>
  <dcterms:modified xsi:type="dcterms:W3CDTF">2026-02-17T09:31:49Z</dcterms:modified>
</cp:coreProperties>
</file>