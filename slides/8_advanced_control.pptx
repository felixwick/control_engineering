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0"/>
  </p:notesMasterIdLst>
  <p:sldIdLst>
    <p:sldId id="256" r:id="rId2"/>
    <p:sldId id="265" r:id="rId3"/>
    <p:sldId id="266" r:id="rId4"/>
    <p:sldId id="267" r:id="rId5"/>
    <p:sldId id="273" r:id="rId6"/>
    <p:sldId id="268" r:id="rId7"/>
    <p:sldId id="282" r:id="rId8"/>
    <p:sldId id="277" r:id="rId9"/>
    <p:sldId id="283" r:id="rId10"/>
    <p:sldId id="274" r:id="rId11"/>
    <p:sldId id="276" r:id="rId12"/>
    <p:sldId id="279" r:id="rId13"/>
    <p:sldId id="270" r:id="rId14"/>
    <p:sldId id="285" r:id="rId15"/>
    <p:sldId id="287" r:id="rId16"/>
    <p:sldId id="286" r:id="rId17"/>
    <p:sldId id="284" r:id="rId18"/>
    <p:sldId id="28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F59F2E-701A-4175-A64C-D0A9AC6FD62F}" v="178" dt="2025-03-13T14:52:19.3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197"/>
    <p:restoredTop sz="95028" autoAdjust="0"/>
  </p:normalViewPr>
  <p:slideViewPr>
    <p:cSldViewPr snapToGrid="0">
      <p:cViewPr varScale="1">
        <p:scale>
          <a:sx n="109" d="100"/>
          <a:sy n="109" d="100"/>
        </p:scale>
        <p:origin x="216" y="31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ck, Felix" userId="85efb633-acf6-425d-a271-4f136bfa2fb0" providerId="ADAL" clId="{64F59F2E-701A-4175-A64C-D0A9AC6FD62F}"/>
    <pc:docChg chg="undo redo custSel addSld delSld modSld sldOrd">
      <pc:chgData name="Wick, Felix" userId="85efb633-acf6-425d-a271-4f136bfa2fb0" providerId="ADAL" clId="{64F59F2E-701A-4175-A64C-D0A9AC6FD62F}" dt="2025-03-18T21:58:08.602" v="7865" actId="20577"/>
      <pc:docMkLst>
        <pc:docMk/>
      </pc:docMkLst>
      <pc:sldChg chg="modSp mod">
        <pc:chgData name="Wick, Felix" userId="85efb633-acf6-425d-a271-4f136bfa2fb0" providerId="ADAL" clId="{64F59F2E-701A-4175-A64C-D0A9AC6FD62F}" dt="2025-01-11T15:55:30.554" v="12" actId="20577"/>
        <pc:sldMkLst>
          <pc:docMk/>
          <pc:sldMk cId="2303947443" sldId="256"/>
        </pc:sldMkLst>
        <pc:spChg chg="mod">
          <ac:chgData name="Wick, Felix" userId="85efb633-acf6-425d-a271-4f136bfa2fb0" providerId="ADAL" clId="{64F59F2E-701A-4175-A64C-D0A9AC6FD62F}" dt="2025-01-11T15:55:30.554" v="12" actId="20577"/>
          <ac:spMkLst>
            <pc:docMk/>
            <pc:sldMk cId="2303947443" sldId="256"/>
            <ac:spMk id="2" creationId="{F698641C-BAC0-4155-84D5-F4B73D88F27B}"/>
          </ac:spMkLst>
        </pc:spChg>
      </pc:sldChg>
      <pc:sldChg chg="delSp modSp del mod">
        <pc:chgData name="Wick, Felix" userId="85efb633-acf6-425d-a271-4f136bfa2fb0" providerId="ADAL" clId="{64F59F2E-701A-4175-A64C-D0A9AC6FD62F}" dt="2025-01-11T15:59:29.377" v="288" actId="47"/>
        <pc:sldMkLst>
          <pc:docMk/>
          <pc:sldMk cId="532403847" sldId="258"/>
        </pc:sldMkLst>
      </pc:sldChg>
      <pc:sldChg chg="modSp mod">
        <pc:chgData name="Wick, Felix" userId="85efb633-acf6-425d-a271-4f136bfa2fb0" providerId="ADAL" clId="{64F59F2E-701A-4175-A64C-D0A9AC6FD62F}" dt="2025-02-25T14:39:28.114" v="4429" actId="20577"/>
        <pc:sldMkLst>
          <pc:docMk/>
          <pc:sldMk cId="3227613796" sldId="259"/>
        </pc:sldMkLst>
        <pc:spChg chg="mod">
          <ac:chgData name="Wick, Felix" userId="85efb633-acf6-425d-a271-4f136bfa2fb0" providerId="ADAL" clId="{64F59F2E-701A-4175-A64C-D0A9AC6FD62F}" dt="2025-02-25T14:39:28.114" v="4429" actId="20577"/>
          <ac:spMkLst>
            <pc:docMk/>
            <pc:sldMk cId="3227613796" sldId="259"/>
            <ac:spMk id="2" creationId="{D19A2E5C-5FD4-F085-4DAA-7404FBAAA90F}"/>
          </ac:spMkLst>
        </pc:spChg>
      </pc:sldChg>
      <pc:sldChg chg="modSp del mod">
        <pc:chgData name="Wick, Felix" userId="85efb633-acf6-425d-a271-4f136bfa2fb0" providerId="ADAL" clId="{64F59F2E-701A-4175-A64C-D0A9AC6FD62F}" dt="2025-02-27T21:48:52.912" v="4719" actId="47"/>
        <pc:sldMkLst>
          <pc:docMk/>
          <pc:sldMk cId="2989276016" sldId="260"/>
        </pc:sldMkLst>
      </pc:sldChg>
      <pc:sldChg chg="modSp del mod">
        <pc:chgData name="Wick, Felix" userId="85efb633-acf6-425d-a271-4f136bfa2fb0" providerId="ADAL" clId="{64F59F2E-701A-4175-A64C-D0A9AC6FD62F}" dt="2025-02-27T21:49:44.119" v="4720" actId="47"/>
        <pc:sldMkLst>
          <pc:docMk/>
          <pc:sldMk cId="3084296972" sldId="261"/>
        </pc:sldMkLst>
      </pc:sldChg>
      <pc:sldChg chg="addSp delSp modSp del mod">
        <pc:chgData name="Wick, Felix" userId="85efb633-acf6-425d-a271-4f136bfa2fb0" providerId="ADAL" clId="{64F59F2E-701A-4175-A64C-D0A9AC6FD62F}" dt="2025-02-27T22:12:12.283" v="4774" actId="47"/>
        <pc:sldMkLst>
          <pc:docMk/>
          <pc:sldMk cId="3879865430" sldId="263"/>
        </pc:sldMkLst>
      </pc:sldChg>
      <pc:sldChg chg="del">
        <pc:chgData name="Wick, Felix" userId="85efb633-acf6-425d-a271-4f136bfa2fb0" providerId="ADAL" clId="{64F59F2E-701A-4175-A64C-D0A9AC6FD62F}" dt="2025-01-13T13:58:11.553" v="705" actId="47"/>
        <pc:sldMkLst>
          <pc:docMk/>
          <pc:sldMk cId="1504602858" sldId="264"/>
        </pc:sldMkLst>
      </pc:sldChg>
      <pc:sldChg chg="addSp delSp modSp new mod ord modClrScheme chgLayout">
        <pc:chgData name="Wick, Felix" userId="85efb633-acf6-425d-a271-4f136bfa2fb0" providerId="ADAL" clId="{64F59F2E-701A-4175-A64C-D0A9AC6FD62F}" dt="2025-03-18T21:58:08.602" v="7865" actId="20577"/>
        <pc:sldMkLst>
          <pc:docMk/>
          <pc:sldMk cId="310336692" sldId="265"/>
        </pc:sldMkLst>
        <pc:spChg chg="add mod ord">
          <ac:chgData name="Wick, Felix" userId="85efb633-acf6-425d-a271-4f136bfa2fb0" providerId="ADAL" clId="{64F59F2E-701A-4175-A64C-D0A9AC6FD62F}" dt="2025-03-13T14:46:43.032" v="7444" actId="20577"/>
          <ac:spMkLst>
            <pc:docMk/>
            <pc:sldMk cId="310336692" sldId="265"/>
            <ac:spMk id="2" creationId="{9E6F3DDA-AA1C-74F2-B6BC-5D82FAA8ECEA}"/>
          </ac:spMkLst>
        </pc:spChg>
        <pc:spChg chg="mod ord">
          <ac:chgData name="Wick, Felix" userId="85efb633-acf6-425d-a271-4f136bfa2fb0" providerId="ADAL" clId="{64F59F2E-701A-4175-A64C-D0A9AC6FD62F}" dt="2025-03-01T21:02:42.586" v="5242" actId="700"/>
          <ac:spMkLst>
            <pc:docMk/>
            <pc:sldMk cId="310336692" sldId="265"/>
            <ac:spMk id="3" creationId="{A0664D44-83AC-6A7A-17E0-C1AE2ED18FF5}"/>
          </ac:spMkLst>
        </pc:spChg>
        <pc:spChg chg="add mod ord">
          <ac:chgData name="Wick, Felix" userId="85efb633-acf6-425d-a271-4f136bfa2fb0" providerId="ADAL" clId="{64F59F2E-701A-4175-A64C-D0A9AC6FD62F}" dt="2025-03-01T21:02:42.586" v="5242" actId="700"/>
          <ac:spMkLst>
            <pc:docMk/>
            <pc:sldMk cId="310336692" sldId="265"/>
            <ac:spMk id="4" creationId="{080AD447-446B-E09E-6F4A-522C1DBB462E}"/>
          </ac:spMkLst>
        </pc:spChg>
        <pc:spChg chg="add mod ord">
          <ac:chgData name="Wick, Felix" userId="85efb633-acf6-425d-a271-4f136bfa2fb0" providerId="ADAL" clId="{64F59F2E-701A-4175-A64C-D0A9AC6FD62F}" dt="2025-03-18T21:58:08.602" v="7865" actId="20577"/>
          <ac:spMkLst>
            <pc:docMk/>
            <pc:sldMk cId="310336692" sldId="265"/>
            <ac:spMk id="5" creationId="{36CB8FEE-6184-4A56-893A-894FD7378451}"/>
          </ac:spMkLst>
        </pc:spChg>
      </pc:sldChg>
      <pc:sldChg chg="addSp modSp mod modClrScheme chgLayout">
        <pc:chgData name="Wick, Felix" userId="85efb633-acf6-425d-a271-4f136bfa2fb0" providerId="ADAL" clId="{64F59F2E-701A-4175-A64C-D0A9AC6FD62F}" dt="2025-03-02T20:22:55.225" v="7118" actId="113"/>
        <pc:sldMkLst>
          <pc:docMk/>
          <pc:sldMk cId="3544795835" sldId="270"/>
        </pc:sldMkLst>
        <pc:spChg chg="mod ord">
          <ac:chgData name="Wick, Felix" userId="85efb633-acf6-425d-a271-4f136bfa2fb0" providerId="ADAL" clId="{64F59F2E-701A-4175-A64C-D0A9AC6FD62F}" dt="2025-03-02T20:18:52.071" v="7037" actId="700"/>
          <ac:spMkLst>
            <pc:docMk/>
            <pc:sldMk cId="3544795835" sldId="270"/>
            <ac:spMk id="2" creationId="{5CFF9571-C6ED-CFC8-29FD-1B24BD4B2A10}"/>
          </ac:spMkLst>
        </pc:spChg>
        <pc:spChg chg="mod ord">
          <ac:chgData name="Wick, Felix" userId="85efb633-acf6-425d-a271-4f136bfa2fb0" providerId="ADAL" clId="{64F59F2E-701A-4175-A64C-D0A9AC6FD62F}" dt="2025-03-02T20:22:52.794" v="7117" actId="113"/>
          <ac:spMkLst>
            <pc:docMk/>
            <pc:sldMk cId="3544795835" sldId="270"/>
            <ac:spMk id="3" creationId="{33BBB58C-563A-AD3B-2A93-23C918781FCA}"/>
          </ac:spMkLst>
        </pc:spChg>
        <pc:spChg chg="mod ord">
          <ac:chgData name="Wick, Felix" userId="85efb633-acf6-425d-a271-4f136bfa2fb0" providerId="ADAL" clId="{64F59F2E-701A-4175-A64C-D0A9AC6FD62F}" dt="2025-03-02T20:18:52.071" v="7037" actId="700"/>
          <ac:spMkLst>
            <pc:docMk/>
            <pc:sldMk cId="3544795835" sldId="270"/>
            <ac:spMk id="4" creationId="{575B97E4-48D3-5CA3-B6B2-3BC5DD71690F}"/>
          </ac:spMkLst>
        </pc:spChg>
        <pc:spChg chg="add mod">
          <ac:chgData name="Wick, Felix" userId="85efb633-acf6-425d-a271-4f136bfa2fb0" providerId="ADAL" clId="{64F59F2E-701A-4175-A64C-D0A9AC6FD62F}" dt="2025-03-02T20:20:47.149" v="7107" actId="1076"/>
          <ac:spMkLst>
            <pc:docMk/>
            <pc:sldMk cId="3544795835" sldId="270"/>
            <ac:spMk id="7" creationId="{DF8A9556-CB38-5619-CC52-7BD00B11B476}"/>
          </ac:spMkLst>
        </pc:spChg>
        <pc:spChg chg="add mod">
          <ac:chgData name="Wick, Felix" userId="85efb633-acf6-425d-a271-4f136bfa2fb0" providerId="ADAL" clId="{64F59F2E-701A-4175-A64C-D0A9AC6FD62F}" dt="2025-03-02T20:21:04.393" v="7109" actId="1076"/>
          <ac:spMkLst>
            <pc:docMk/>
            <pc:sldMk cId="3544795835" sldId="270"/>
            <ac:spMk id="8" creationId="{06772F38-26BF-8A94-8631-751A406D153E}"/>
          </ac:spMkLst>
        </pc:spChg>
        <pc:spChg chg="add mod ord">
          <ac:chgData name="Wick, Felix" userId="85efb633-acf6-425d-a271-4f136bfa2fb0" providerId="ADAL" clId="{64F59F2E-701A-4175-A64C-D0A9AC6FD62F}" dt="2025-03-02T20:22:55.225" v="7118" actId="113"/>
          <ac:spMkLst>
            <pc:docMk/>
            <pc:sldMk cId="3544795835" sldId="270"/>
            <ac:spMk id="10" creationId="{CD7DF3A1-48C2-8A99-A46A-DED1F4ED5BA1}"/>
          </ac:spMkLst>
        </pc:spChg>
        <pc:picChg chg="mod">
          <ac:chgData name="Wick, Felix" userId="85efb633-acf6-425d-a271-4f136bfa2fb0" providerId="ADAL" clId="{64F59F2E-701A-4175-A64C-D0A9AC6FD62F}" dt="2025-03-02T20:20:47.149" v="7107" actId="1076"/>
          <ac:picMkLst>
            <pc:docMk/>
            <pc:sldMk cId="3544795835" sldId="270"/>
            <ac:picMk id="5" creationId="{FD58764D-2B67-728C-787A-C6B642EBCFD8}"/>
          </ac:picMkLst>
        </pc:picChg>
        <pc:picChg chg="mod">
          <ac:chgData name="Wick, Felix" userId="85efb633-acf6-425d-a271-4f136bfa2fb0" providerId="ADAL" clId="{64F59F2E-701A-4175-A64C-D0A9AC6FD62F}" dt="2025-03-02T20:22:40.037" v="7114" actId="1076"/>
          <ac:picMkLst>
            <pc:docMk/>
            <pc:sldMk cId="3544795835" sldId="270"/>
            <ac:picMk id="6" creationId="{9C0D363E-EF7C-EEF1-BD05-D7980098DD5A}"/>
          </ac:picMkLst>
        </pc:picChg>
        <pc:picChg chg="add mod">
          <ac:chgData name="Wick, Felix" userId="85efb633-acf6-425d-a271-4f136bfa2fb0" providerId="ADAL" clId="{64F59F2E-701A-4175-A64C-D0A9AC6FD62F}" dt="2025-03-02T20:21:04.393" v="7109" actId="1076"/>
          <ac:picMkLst>
            <pc:docMk/>
            <pc:sldMk cId="3544795835" sldId="270"/>
            <ac:picMk id="1028" creationId="{D6FB989F-F436-74B9-405A-7294609108C0}"/>
          </ac:picMkLst>
        </pc:picChg>
        <pc:picChg chg="add mod">
          <ac:chgData name="Wick, Felix" userId="85efb633-acf6-425d-a271-4f136bfa2fb0" providerId="ADAL" clId="{64F59F2E-701A-4175-A64C-D0A9AC6FD62F}" dt="2025-03-02T20:22:47.567" v="7116" actId="1076"/>
          <ac:picMkLst>
            <pc:docMk/>
            <pc:sldMk cId="3544795835" sldId="270"/>
            <ac:picMk id="1030" creationId="{78D57E94-E485-4288-6FCE-568DF7CFD6AF}"/>
          </ac:picMkLst>
        </pc:picChg>
      </pc:sldChg>
      <pc:sldChg chg="modSp mod">
        <pc:chgData name="Wick, Felix" userId="85efb633-acf6-425d-a271-4f136bfa2fb0" providerId="ADAL" clId="{64F59F2E-701A-4175-A64C-D0A9AC6FD62F}" dt="2025-01-28T11:27:42.599" v="1289" actId="20577"/>
        <pc:sldMkLst>
          <pc:docMk/>
          <pc:sldMk cId="793683279" sldId="272"/>
        </pc:sldMkLst>
        <pc:spChg chg="mod">
          <ac:chgData name="Wick, Felix" userId="85efb633-acf6-425d-a271-4f136bfa2fb0" providerId="ADAL" clId="{64F59F2E-701A-4175-A64C-D0A9AC6FD62F}" dt="2025-01-28T11:27:42.599" v="1289" actId="20577"/>
          <ac:spMkLst>
            <pc:docMk/>
            <pc:sldMk cId="793683279" sldId="272"/>
            <ac:spMk id="3" creationId="{111AFC3B-A5E8-E02B-3B57-552EF4E575D2}"/>
          </ac:spMkLst>
        </pc:spChg>
      </pc:sldChg>
      <pc:sldChg chg="addSp delSp modSp new del mod modClrScheme chgLayout">
        <pc:chgData name="Wick, Felix" userId="85efb633-acf6-425d-a271-4f136bfa2fb0" providerId="ADAL" clId="{64F59F2E-701A-4175-A64C-D0A9AC6FD62F}" dt="2025-02-27T22:09:02.239" v="4773" actId="47"/>
        <pc:sldMkLst>
          <pc:docMk/>
          <pc:sldMk cId="2771831494" sldId="273"/>
        </pc:sldMkLst>
      </pc:sldChg>
      <pc:sldChg chg="del">
        <pc:chgData name="Wick, Felix" userId="85efb633-acf6-425d-a271-4f136bfa2fb0" providerId="ADAL" clId="{64F59F2E-701A-4175-A64C-D0A9AC6FD62F}" dt="2025-02-27T21:48:46.286" v="4718" actId="47"/>
        <pc:sldMkLst>
          <pc:docMk/>
          <pc:sldMk cId="1504602858" sldId="274"/>
        </pc:sldMkLst>
      </pc:sldChg>
      <pc:sldChg chg="delSp modSp add del mod">
        <pc:chgData name="Wick, Felix" userId="85efb633-acf6-425d-a271-4f136bfa2fb0" providerId="ADAL" clId="{64F59F2E-701A-4175-A64C-D0A9AC6FD62F}" dt="2025-03-13T14:52:32.226" v="7519"/>
        <pc:sldMkLst>
          <pc:docMk/>
          <pc:sldMk cId="28529905" sldId="275"/>
        </pc:sldMkLst>
        <pc:spChg chg="mod">
          <ac:chgData name="Wick, Felix" userId="85efb633-acf6-425d-a271-4f136bfa2fb0" providerId="ADAL" clId="{64F59F2E-701A-4175-A64C-D0A9AC6FD62F}" dt="2025-03-13T14:52:32.226" v="7519"/>
          <ac:spMkLst>
            <pc:docMk/>
            <pc:sldMk cId="28529905" sldId="275"/>
            <ac:spMk id="5" creationId="{E07385CB-D725-C163-7B63-8CCA18A2E90E}"/>
          </ac:spMkLst>
        </pc:spChg>
      </pc:sldChg>
      <pc:sldChg chg="ord">
        <pc:chgData name="Wick, Felix" userId="85efb633-acf6-425d-a271-4f136bfa2fb0" providerId="ADAL" clId="{64F59F2E-701A-4175-A64C-D0A9AC6FD62F}" dt="2025-03-01T21:21:15.608" v="5784"/>
        <pc:sldMkLst>
          <pc:docMk/>
          <pc:sldMk cId="1504602858" sldId="277"/>
        </pc:sldMkLst>
      </pc:sldChg>
      <pc:sldChg chg="del">
        <pc:chgData name="Wick, Felix" userId="85efb633-acf6-425d-a271-4f136bfa2fb0" providerId="ADAL" clId="{64F59F2E-701A-4175-A64C-D0A9AC6FD62F}" dt="2025-03-13T14:52:36.426" v="7520" actId="47"/>
        <pc:sldMkLst>
          <pc:docMk/>
          <pc:sldMk cId="61419988" sldId="27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6E0FD1-891F-4B1E-916D-E9B585160BB8}" type="datetimeFigureOut">
              <a:rPr lang="en-GB" smtClean="0"/>
              <a:t>20/05/2026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C76E5F-9D68-4973-8A2A-59949176DA9A}" type="slidenum">
              <a:rPr lang="en-GB" smtClean="0"/>
              <a:t>‹Nr.›</a:t>
            </a:fld>
            <a:endParaRPr lang="en-GB"/>
          </a:p>
        </p:txBody>
      </p:sp>
    </p:spTree>
    <p:extLst>
      <p:ext uri="{BB962C8B-B14F-4D97-AF65-F5344CB8AC3E}">
        <p14:creationId xmlns:p14="http://schemas.microsoft.com/office/powerpoint/2010/main" val="1953057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2AD05-B4BB-840D-5044-DA9C798A97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19A7B47-AB1A-4CDD-9144-EE000976B8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7BF8C95-BBF9-31D1-0ADC-C8AB370E0EDA}"/>
              </a:ext>
            </a:extLst>
          </p:cNvPr>
          <p:cNvSpPr>
            <a:spLocks noGrp="1"/>
          </p:cNvSpPr>
          <p:nvPr>
            <p:ph type="dt" sz="half" idx="10"/>
          </p:nvPr>
        </p:nvSpPr>
        <p:spPr/>
        <p:txBody>
          <a:bodyPr/>
          <a:lstStyle/>
          <a:p>
            <a:fld id="{D68C3F22-27B2-44E3-9C5F-D08126455F6F}" type="datetime1">
              <a:rPr lang="en-GB" smtClean="0"/>
              <a:t>20/05/2026</a:t>
            </a:fld>
            <a:endParaRPr lang="en-GB"/>
          </a:p>
        </p:txBody>
      </p:sp>
      <p:sp>
        <p:nvSpPr>
          <p:cNvPr id="5" name="Footer Placeholder 4">
            <a:extLst>
              <a:ext uri="{FF2B5EF4-FFF2-40B4-BE49-F238E27FC236}">
                <a16:creationId xmlns:a16="http://schemas.microsoft.com/office/drawing/2014/main" id="{93C10D86-4DAB-EC0A-AB86-60CC82054B1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69AE665-34F4-8BF5-6B4D-509F026F4E98}"/>
              </a:ext>
            </a:extLst>
          </p:cNvPr>
          <p:cNvSpPr>
            <a:spLocks noGrp="1"/>
          </p:cNvSpPr>
          <p:nvPr>
            <p:ph type="sldNum" sz="quarter" idx="12"/>
          </p:nvPr>
        </p:nvSpPr>
        <p:spPr/>
        <p:txBody>
          <a:bodyPr/>
          <a:lstStyle/>
          <a:p>
            <a:fld id="{08C366F5-AFAD-49CB-854A-9D9E238FCA13}" type="slidenum">
              <a:rPr lang="en-GB" smtClean="0"/>
              <a:t>‹Nr.›</a:t>
            </a:fld>
            <a:endParaRPr lang="en-GB"/>
          </a:p>
        </p:txBody>
      </p:sp>
    </p:spTree>
    <p:extLst>
      <p:ext uri="{BB962C8B-B14F-4D97-AF65-F5344CB8AC3E}">
        <p14:creationId xmlns:p14="http://schemas.microsoft.com/office/powerpoint/2010/main" val="1511864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CC6E7-920C-E54D-5199-F32C32EBC72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7A0735A-AC30-5DB9-385E-9410CD353E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B9A63D1-8AAD-A89C-781E-A7DCD49CF6D1}"/>
              </a:ext>
            </a:extLst>
          </p:cNvPr>
          <p:cNvSpPr>
            <a:spLocks noGrp="1"/>
          </p:cNvSpPr>
          <p:nvPr>
            <p:ph type="dt" sz="half" idx="10"/>
          </p:nvPr>
        </p:nvSpPr>
        <p:spPr/>
        <p:txBody>
          <a:bodyPr/>
          <a:lstStyle/>
          <a:p>
            <a:fld id="{5295ED7B-FEAD-4734-819F-93EF4B0EA908}" type="datetime1">
              <a:rPr lang="en-GB" smtClean="0"/>
              <a:t>20/05/2026</a:t>
            </a:fld>
            <a:endParaRPr lang="en-GB"/>
          </a:p>
        </p:txBody>
      </p:sp>
      <p:sp>
        <p:nvSpPr>
          <p:cNvPr id="5" name="Footer Placeholder 4">
            <a:extLst>
              <a:ext uri="{FF2B5EF4-FFF2-40B4-BE49-F238E27FC236}">
                <a16:creationId xmlns:a16="http://schemas.microsoft.com/office/drawing/2014/main" id="{C05E6A99-2E8C-3768-5C28-3740DFA8614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EA99DA9-9DF3-F3CB-C047-01F3E0315790}"/>
              </a:ext>
            </a:extLst>
          </p:cNvPr>
          <p:cNvSpPr>
            <a:spLocks noGrp="1"/>
          </p:cNvSpPr>
          <p:nvPr>
            <p:ph type="sldNum" sz="quarter" idx="12"/>
          </p:nvPr>
        </p:nvSpPr>
        <p:spPr/>
        <p:txBody>
          <a:bodyPr/>
          <a:lstStyle/>
          <a:p>
            <a:fld id="{08C366F5-AFAD-49CB-854A-9D9E238FCA13}" type="slidenum">
              <a:rPr lang="en-GB" smtClean="0"/>
              <a:t>‹Nr.›</a:t>
            </a:fld>
            <a:endParaRPr lang="en-GB"/>
          </a:p>
        </p:txBody>
      </p:sp>
    </p:spTree>
    <p:extLst>
      <p:ext uri="{BB962C8B-B14F-4D97-AF65-F5344CB8AC3E}">
        <p14:creationId xmlns:p14="http://schemas.microsoft.com/office/powerpoint/2010/main" val="2727867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178B1-DC4C-C72D-A4CD-2071F7D207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C68F496-2872-EA37-A28F-F61DA15D83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43CD11-8172-4EA7-A05A-3E9BED2431C0}"/>
              </a:ext>
            </a:extLst>
          </p:cNvPr>
          <p:cNvSpPr>
            <a:spLocks noGrp="1"/>
          </p:cNvSpPr>
          <p:nvPr>
            <p:ph type="dt" sz="half" idx="10"/>
          </p:nvPr>
        </p:nvSpPr>
        <p:spPr/>
        <p:txBody>
          <a:bodyPr/>
          <a:lstStyle/>
          <a:p>
            <a:fld id="{D2D5D4B4-C926-4B45-8815-1ED8911179A2}" type="datetime1">
              <a:rPr lang="en-GB" smtClean="0"/>
              <a:t>20/05/2026</a:t>
            </a:fld>
            <a:endParaRPr lang="en-GB"/>
          </a:p>
        </p:txBody>
      </p:sp>
      <p:sp>
        <p:nvSpPr>
          <p:cNvPr id="5" name="Footer Placeholder 4">
            <a:extLst>
              <a:ext uri="{FF2B5EF4-FFF2-40B4-BE49-F238E27FC236}">
                <a16:creationId xmlns:a16="http://schemas.microsoft.com/office/drawing/2014/main" id="{0774FC75-D902-977C-06B6-D053E6FA828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E51B89A-2DD6-EBD2-E8D5-67D7A3120E1B}"/>
              </a:ext>
            </a:extLst>
          </p:cNvPr>
          <p:cNvSpPr>
            <a:spLocks noGrp="1"/>
          </p:cNvSpPr>
          <p:nvPr>
            <p:ph type="sldNum" sz="quarter" idx="12"/>
          </p:nvPr>
        </p:nvSpPr>
        <p:spPr/>
        <p:txBody>
          <a:bodyPr/>
          <a:lstStyle/>
          <a:p>
            <a:fld id="{08C366F5-AFAD-49CB-854A-9D9E238FCA13}" type="slidenum">
              <a:rPr lang="en-GB" smtClean="0"/>
              <a:t>‹Nr.›</a:t>
            </a:fld>
            <a:endParaRPr lang="en-GB"/>
          </a:p>
        </p:txBody>
      </p:sp>
    </p:spTree>
    <p:extLst>
      <p:ext uri="{BB962C8B-B14F-4D97-AF65-F5344CB8AC3E}">
        <p14:creationId xmlns:p14="http://schemas.microsoft.com/office/powerpoint/2010/main" val="1647448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548EF-DE77-786B-3AB0-B8EE80AE05A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9C10666-C3AD-A843-F133-FC4D90F814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54FF850-9497-0370-2422-7DCC4D0224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5EE3548-F4EA-A9B5-F070-FA4BA4A83179}"/>
              </a:ext>
            </a:extLst>
          </p:cNvPr>
          <p:cNvSpPr>
            <a:spLocks noGrp="1"/>
          </p:cNvSpPr>
          <p:nvPr>
            <p:ph type="dt" sz="half" idx="10"/>
          </p:nvPr>
        </p:nvSpPr>
        <p:spPr/>
        <p:txBody>
          <a:bodyPr/>
          <a:lstStyle/>
          <a:p>
            <a:fld id="{B4C5210A-0E37-4935-93AF-69F21A5F712F}" type="datetime1">
              <a:rPr lang="en-GB" smtClean="0"/>
              <a:t>20/05/2026</a:t>
            </a:fld>
            <a:endParaRPr lang="en-GB"/>
          </a:p>
        </p:txBody>
      </p:sp>
      <p:sp>
        <p:nvSpPr>
          <p:cNvPr id="6" name="Footer Placeholder 5">
            <a:extLst>
              <a:ext uri="{FF2B5EF4-FFF2-40B4-BE49-F238E27FC236}">
                <a16:creationId xmlns:a16="http://schemas.microsoft.com/office/drawing/2014/main" id="{78AFAA4D-1024-F35F-4351-831E1814DC5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C8F5DF7-B945-53CA-C385-BF5C6A7153B9}"/>
              </a:ext>
            </a:extLst>
          </p:cNvPr>
          <p:cNvSpPr>
            <a:spLocks noGrp="1"/>
          </p:cNvSpPr>
          <p:nvPr>
            <p:ph type="sldNum" sz="quarter" idx="12"/>
          </p:nvPr>
        </p:nvSpPr>
        <p:spPr/>
        <p:txBody>
          <a:bodyPr/>
          <a:lstStyle/>
          <a:p>
            <a:fld id="{08C366F5-AFAD-49CB-854A-9D9E238FCA13}" type="slidenum">
              <a:rPr lang="en-GB" smtClean="0"/>
              <a:t>‹Nr.›</a:t>
            </a:fld>
            <a:endParaRPr lang="en-GB"/>
          </a:p>
        </p:txBody>
      </p:sp>
    </p:spTree>
    <p:extLst>
      <p:ext uri="{BB962C8B-B14F-4D97-AF65-F5344CB8AC3E}">
        <p14:creationId xmlns:p14="http://schemas.microsoft.com/office/powerpoint/2010/main" val="35479075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75B77-D383-D322-AEC0-72CA3719958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B1F7C1F-D865-CA91-C666-FFCCC4FC3D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AB659D-F2AF-E840-A39C-B6D4CD3AF2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91F6025-6FB4-DA3E-9136-B086A61682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DF3B27-FE38-C9E0-63E8-5B78CE540A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4CDAD08-3AA3-354B-C68E-3E3F0AF87E73}"/>
              </a:ext>
            </a:extLst>
          </p:cNvPr>
          <p:cNvSpPr>
            <a:spLocks noGrp="1"/>
          </p:cNvSpPr>
          <p:nvPr>
            <p:ph type="dt" sz="half" idx="10"/>
          </p:nvPr>
        </p:nvSpPr>
        <p:spPr/>
        <p:txBody>
          <a:bodyPr/>
          <a:lstStyle/>
          <a:p>
            <a:fld id="{3D3A6B2F-436C-4691-80E8-9C890E000E9D}" type="datetime1">
              <a:rPr lang="en-GB" smtClean="0"/>
              <a:t>20/05/2026</a:t>
            </a:fld>
            <a:endParaRPr lang="en-GB"/>
          </a:p>
        </p:txBody>
      </p:sp>
      <p:sp>
        <p:nvSpPr>
          <p:cNvPr id="8" name="Footer Placeholder 7">
            <a:extLst>
              <a:ext uri="{FF2B5EF4-FFF2-40B4-BE49-F238E27FC236}">
                <a16:creationId xmlns:a16="http://schemas.microsoft.com/office/drawing/2014/main" id="{B27264E2-C174-553A-038E-6567A52DB7A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291666C-2E1A-1181-C70B-FBB28F1884B9}"/>
              </a:ext>
            </a:extLst>
          </p:cNvPr>
          <p:cNvSpPr>
            <a:spLocks noGrp="1"/>
          </p:cNvSpPr>
          <p:nvPr>
            <p:ph type="sldNum" sz="quarter" idx="12"/>
          </p:nvPr>
        </p:nvSpPr>
        <p:spPr/>
        <p:txBody>
          <a:bodyPr/>
          <a:lstStyle/>
          <a:p>
            <a:fld id="{08C366F5-AFAD-49CB-854A-9D9E238FCA13}" type="slidenum">
              <a:rPr lang="en-GB" smtClean="0"/>
              <a:t>‹Nr.›</a:t>
            </a:fld>
            <a:endParaRPr lang="en-GB"/>
          </a:p>
        </p:txBody>
      </p:sp>
    </p:spTree>
    <p:extLst>
      <p:ext uri="{BB962C8B-B14F-4D97-AF65-F5344CB8AC3E}">
        <p14:creationId xmlns:p14="http://schemas.microsoft.com/office/powerpoint/2010/main" val="3243758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D917D-EEC5-D75C-55B7-5A81063FC35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3E150BF-302E-AA68-42DC-74C1EA79511C}"/>
              </a:ext>
            </a:extLst>
          </p:cNvPr>
          <p:cNvSpPr>
            <a:spLocks noGrp="1"/>
          </p:cNvSpPr>
          <p:nvPr>
            <p:ph type="dt" sz="half" idx="10"/>
          </p:nvPr>
        </p:nvSpPr>
        <p:spPr/>
        <p:txBody>
          <a:bodyPr/>
          <a:lstStyle/>
          <a:p>
            <a:fld id="{84385F4C-D74B-496F-8D21-97E3549C783B}" type="datetime1">
              <a:rPr lang="en-GB" smtClean="0"/>
              <a:t>20/05/2026</a:t>
            </a:fld>
            <a:endParaRPr lang="en-GB"/>
          </a:p>
        </p:txBody>
      </p:sp>
      <p:sp>
        <p:nvSpPr>
          <p:cNvPr id="4" name="Footer Placeholder 3">
            <a:extLst>
              <a:ext uri="{FF2B5EF4-FFF2-40B4-BE49-F238E27FC236}">
                <a16:creationId xmlns:a16="http://schemas.microsoft.com/office/drawing/2014/main" id="{DE426D10-ABD1-7C54-CE39-7A4A134BC26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AA02836-662F-47B1-7567-2A2E60B63618}"/>
              </a:ext>
            </a:extLst>
          </p:cNvPr>
          <p:cNvSpPr>
            <a:spLocks noGrp="1"/>
          </p:cNvSpPr>
          <p:nvPr>
            <p:ph type="sldNum" sz="quarter" idx="12"/>
          </p:nvPr>
        </p:nvSpPr>
        <p:spPr/>
        <p:txBody>
          <a:bodyPr/>
          <a:lstStyle/>
          <a:p>
            <a:fld id="{08C366F5-AFAD-49CB-854A-9D9E238FCA13}" type="slidenum">
              <a:rPr lang="en-GB" smtClean="0"/>
              <a:t>‹Nr.›</a:t>
            </a:fld>
            <a:endParaRPr lang="en-GB"/>
          </a:p>
        </p:txBody>
      </p:sp>
    </p:spTree>
    <p:extLst>
      <p:ext uri="{BB962C8B-B14F-4D97-AF65-F5344CB8AC3E}">
        <p14:creationId xmlns:p14="http://schemas.microsoft.com/office/powerpoint/2010/main" val="379930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5FEEF3-64F0-021E-129C-EAA067060B83}"/>
              </a:ext>
            </a:extLst>
          </p:cNvPr>
          <p:cNvSpPr>
            <a:spLocks noGrp="1"/>
          </p:cNvSpPr>
          <p:nvPr>
            <p:ph type="dt" sz="half" idx="10"/>
          </p:nvPr>
        </p:nvSpPr>
        <p:spPr/>
        <p:txBody>
          <a:bodyPr/>
          <a:lstStyle/>
          <a:p>
            <a:fld id="{0CBDCB32-C241-4703-A832-4EB47BD54E83}" type="datetime1">
              <a:rPr lang="en-GB" smtClean="0"/>
              <a:t>20/05/2026</a:t>
            </a:fld>
            <a:endParaRPr lang="en-GB"/>
          </a:p>
        </p:txBody>
      </p:sp>
      <p:sp>
        <p:nvSpPr>
          <p:cNvPr id="3" name="Footer Placeholder 2">
            <a:extLst>
              <a:ext uri="{FF2B5EF4-FFF2-40B4-BE49-F238E27FC236}">
                <a16:creationId xmlns:a16="http://schemas.microsoft.com/office/drawing/2014/main" id="{D121C624-8D17-C8D8-65E3-79B11B01E88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502005F-03E9-EF5B-B297-EAE94026C856}"/>
              </a:ext>
            </a:extLst>
          </p:cNvPr>
          <p:cNvSpPr>
            <a:spLocks noGrp="1"/>
          </p:cNvSpPr>
          <p:nvPr>
            <p:ph type="sldNum" sz="quarter" idx="12"/>
          </p:nvPr>
        </p:nvSpPr>
        <p:spPr/>
        <p:txBody>
          <a:bodyPr/>
          <a:lstStyle/>
          <a:p>
            <a:fld id="{08C366F5-AFAD-49CB-854A-9D9E238FCA13}" type="slidenum">
              <a:rPr lang="en-GB" smtClean="0"/>
              <a:t>‹Nr.›</a:t>
            </a:fld>
            <a:endParaRPr lang="en-GB"/>
          </a:p>
        </p:txBody>
      </p:sp>
    </p:spTree>
    <p:extLst>
      <p:ext uri="{BB962C8B-B14F-4D97-AF65-F5344CB8AC3E}">
        <p14:creationId xmlns:p14="http://schemas.microsoft.com/office/powerpoint/2010/main" val="435601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EE13F-1C85-75C1-BBD6-4EF64924CE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849CB5E-861F-9C33-823E-EB2694F540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D4C4F26-7C81-22B3-04D5-743643DB28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18B1A3-9313-9165-A328-DEAB1821FA37}"/>
              </a:ext>
            </a:extLst>
          </p:cNvPr>
          <p:cNvSpPr>
            <a:spLocks noGrp="1"/>
          </p:cNvSpPr>
          <p:nvPr>
            <p:ph type="dt" sz="half" idx="10"/>
          </p:nvPr>
        </p:nvSpPr>
        <p:spPr/>
        <p:txBody>
          <a:bodyPr/>
          <a:lstStyle/>
          <a:p>
            <a:fld id="{85C150FF-BE95-4D25-A16A-E368A81CBF24}" type="datetime1">
              <a:rPr lang="en-GB" smtClean="0"/>
              <a:t>20/05/2026</a:t>
            </a:fld>
            <a:endParaRPr lang="en-GB"/>
          </a:p>
        </p:txBody>
      </p:sp>
      <p:sp>
        <p:nvSpPr>
          <p:cNvPr id="6" name="Footer Placeholder 5">
            <a:extLst>
              <a:ext uri="{FF2B5EF4-FFF2-40B4-BE49-F238E27FC236}">
                <a16:creationId xmlns:a16="http://schemas.microsoft.com/office/drawing/2014/main" id="{318EB9C9-316A-42D2-382C-3E7DEC4B166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3C8CFB8-8FF5-B166-EBF9-B76498969450}"/>
              </a:ext>
            </a:extLst>
          </p:cNvPr>
          <p:cNvSpPr>
            <a:spLocks noGrp="1"/>
          </p:cNvSpPr>
          <p:nvPr>
            <p:ph type="sldNum" sz="quarter" idx="12"/>
          </p:nvPr>
        </p:nvSpPr>
        <p:spPr/>
        <p:txBody>
          <a:bodyPr/>
          <a:lstStyle/>
          <a:p>
            <a:fld id="{08C366F5-AFAD-49CB-854A-9D9E238FCA13}" type="slidenum">
              <a:rPr lang="en-GB" smtClean="0"/>
              <a:t>‹Nr.›</a:t>
            </a:fld>
            <a:endParaRPr lang="en-GB"/>
          </a:p>
        </p:txBody>
      </p:sp>
    </p:spTree>
    <p:extLst>
      <p:ext uri="{BB962C8B-B14F-4D97-AF65-F5344CB8AC3E}">
        <p14:creationId xmlns:p14="http://schemas.microsoft.com/office/powerpoint/2010/main" val="2938318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5D41C-CF05-2F89-F8FC-DD0931ED80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4FCDE16-0F20-1107-A39C-71B8B6D953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C07E2599-3F89-F92C-ECD5-CBFC03AB17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FB60AC-D043-8272-AE6A-A8E5B8A374DE}"/>
              </a:ext>
            </a:extLst>
          </p:cNvPr>
          <p:cNvSpPr>
            <a:spLocks noGrp="1"/>
          </p:cNvSpPr>
          <p:nvPr>
            <p:ph type="dt" sz="half" idx="10"/>
          </p:nvPr>
        </p:nvSpPr>
        <p:spPr/>
        <p:txBody>
          <a:bodyPr/>
          <a:lstStyle/>
          <a:p>
            <a:fld id="{F3C5DB4B-B349-43C9-A424-BADA723AD9F1}" type="datetime1">
              <a:rPr lang="en-GB" smtClean="0"/>
              <a:t>20/05/2026</a:t>
            </a:fld>
            <a:endParaRPr lang="en-GB"/>
          </a:p>
        </p:txBody>
      </p:sp>
      <p:sp>
        <p:nvSpPr>
          <p:cNvPr id="6" name="Footer Placeholder 5">
            <a:extLst>
              <a:ext uri="{FF2B5EF4-FFF2-40B4-BE49-F238E27FC236}">
                <a16:creationId xmlns:a16="http://schemas.microsoft.com/office/drawing/2014/main" id="{00A03EE6-D895-561C-441A-604E38A6DAD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AA47F20-FBD8-886E-EF9A-D8AE8BFE3B3B}"/>
              </a:ext>
            </a:extLst>
          </p:cNvPr>
          <p:cNvSpPr>
            <a:spLocks noGrp="1"/>
          </p:cNvSpPr>
          <p:nvPr>
            <p:ph type="sldNum" sz="quarter" idx="12"/>
          </p:nvPr>
        </p:nvSpPr>
        <p:spPr/>
        <p:txBody>
          <a:bodyPr/>
          <a:lstStyle/>
          <a:p>
            <a:fld id="{08C366F5-AFAD-49CB-854A-9D9E238FCA13}" type="slidenum">
              <a:rPr lang="en-GB" smtClean="0"/>
              <a:t>‹Nr.›</a:t>
            </a:fld>
            <a:endParaRPr lang="en-GB"/>
          </a:p>
        </p:txBody>
      </p:sp>
    </p:spTree>
    <p:extLst>
      <p:ext uri="{BB962C8B-B14F-4D97-AF65-F5344CB8AC3E}">
        <p14:creationId xmlns:p14="http://schemas.microsoft.com/office/powerpoint/2010/main" val="771345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D2C68-3E4B-7070-3BF2-3E61A775A27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8431E10-D2DD-0D8A-398F-957702B05E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16A0762-E24E-EA37-D3D6-85FD301DEE3A}"/>
              </a:ext>
            </a:extLst>
          </p:cNvPr>
          <p:cNvSpPr>
            <a:spLocks noGrp="1"/>
          </p:cNvSpPr>
          <p:nvPr>
            <p:ph type="dt" sz="half" idx="10"/>
          </p:nvPr>
        </p:nvSpPr>
        <p:spPr/>
        <p:txBody>
          <a:bodyPr/>
          <a:lstStyle/>
          <a:p>
            <a:fld id="{1CD03846-7BF6-4FB6-A921-FF3379ADBD4C}" type="datetime1">
              <a:rPr lang="en-GB" smtClean="0"/>
              <a:t>20/05/2026</a:t>
            </a:fld>
            <a:endParaRPr lang="en-GB"/>
          </a:p>
        </p:txBody>
      </p:sp>
      <p:sp>
        <p:nvSpPr>
          <p:cNvPr id="5" name="Footer Placeholder 4">
            <a:extLst>
              <a:ext uri="{FF2B5EF4-FFF2-40B4-BE49-F238E27FC236}">
                <a16:creationId xmlns:a16="http://schemas.microsoft.com/office/drawing/2014/main" id="{F9A92B9B-8389-F8AB-7C9B-4AB887B7E0E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2EE1FF1-A4E8-24D9-9253-6DA02F950E50}"/>
              </a:ext>
            </a:extLst>
          </p:cNvPr>
          <p:cNvSpPr>
            <a:spLocks noGrp="1"/>
          </p:cNvSpPr>
          <p:nvPr>
            <p:ph type="sldNum" sz="quarter" idx="12"/>
          </p:nvPr>
        </p:nvSpPr>
        <p:spPr/>
        <p:txBody>
          <a:bodyPr/>
          <a:lstStyle/>
          <a:p>
            <a:fld id="{08C366F5-AFAD-49CB-854A-9D9E238FCA13}" type="slidenum">
              <a:rPr lang="en-GB" smtClean="0"/>
              <a:t>‹Nr.›</a:t>
            </a:fld>
            <a:endParaRPr lang="en-GB"/>
          </a:p>
        </p:txBody>
      </p:sp>
    </p:spTree>
    <p:extLst>
      <p:ext uri="{BB962C8B-B14F-4D97-AF65-F5344CB8AC3E}">
        <p14:creationId xmlns:p14="http://schemas.microsoft.com/office/powerpoint/2010/main" val="238017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47842B-C168-F0E3-41CF-EC817DFD50D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38C9306-7BEA-9A58-247B-5E8D728C01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7935EBA-2B35-51D8-8564-DAEC993B226C}"/>
              </a:ext>
            </a:extLst>
          </p:cNvPr>
          <p:cNvSpPr>
            <a:spLocks noGrp="1"/>
          </p:cNvSpPr>
          <p:nvPr>
            <p:ph type="dt" sz="half" idx="10"/>
          </p:nvPr>
        </p:nvSpPr>
        <p:spPr/>
        <p:txBody>
          <a:bodyPr/>
          <a:lstStyle/>
          <a:p>
            <a:fld id="{99E1B91A-3FD0-4144-9C84-63E9688ED2FE}" type="datetime1">
              <a:rPr lang="en-GB" smtClean="0"/>
              <a:t>20/05/2026</a:t>
            </a:fld>
            <a:endParaRPr lang="en-GB"/>
          </a:p>
        </p:txBody>
      </p:sp>
      <p:sp>
        <p:nvSpPr>
          <p:cNvPr id="5" name="Footer Placeholder 4">
            <a:extLst>
              <a:ext uri="{FF2B5EF4-FFF2-40B4-BE49-F238E27FC236}">
                <a16:creationId xmlns:a16="http://schemas.microsoft.com/office/drawing/2014/main" id="{EF58BC42-D6BF-B47B-F3DA-FF0EA29DD61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19BF052-4BB9-5153-7BEC-9BA52B390E3B}"/>
              </a:ext>
            </a:extLst>
          </p:cNvPr>
          <p:cNvSpPr>
            <a:spLocks noGrp="1"/>
          </p:cNvSpPr>
          <p:nvPr>
            <p:ph type="sldNum" sz="quarter" idx="12"/>
          </p:nvPr>
        </p:nvSpPr>
        <p:spPr/>
        <p:txBody>
          <a:bodyPr/>
          <a:lstStyle/>
          <a:p>
            <a:fld id="{08C366F5-AFAD-49CB-854A-9D9E238FCA13}" type="slidenum">
              <a:rPr lang="en-GB" smtClean="0"/>
              <a:t>‹Nr.›</a:t>
            </a:fld>
            <a:endParaRPr lang="en-GB"/>
          </a:p>
        </p:txBody>
      </p:sp>
    </p:spTree>
    <p:extLst>
      <p:ext uri="{BB962C8B-B14F-4D97-AF65-F5344CB8AC3E}">
        <p14:creationId xmlns:p14="http://schemas.microsoft.com/office/powerpoint/2010/main" val="1953626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F56395-FA5B-DEC3-329C-4DAB946C52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6A7CDC4-8C08-2251-4B6D-A6B1DDA575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963D46B-F1E1-9A5A-E16C-D9E3E18E1F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2632426-0A0C-405F-A3D0-2D11AA44702A}" type="datetime1">
              <a:rPr lang="en-GB" smtClean="0"/>
              <a:t>20/05/2026</a:t>
            </a:fld>
            <a:endParaRPr lang="en-GB"/>
          </a:p>
        </p:txBody>
      </p:sp>
      <p:sp>
        <p:nvSpPr>
          <p:cNvPr id="5" name="Footer Placeholder 4">
            <a:extLst>
              <a:ext uri="{FF2B5EF4-FFF2-40B4-BE49-F238E27FC236}">
                <a16:creationId xmlns:a16="http://schemas.microsoft.com/office/drawing/2014/main" id="{DCB9336A-4601-EB96-28AF-D2D6216602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974CCC3-F2F7-6EBE-2376-34F7F60C10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C366F5-AFAD-49CB-854A-9D9E238FCA13}" type="slidenum">
              <a:rPr lang="en-GB" smtClean="0"/>
              <a:t>‹Nr.›</a:t>
            </a:fld>
            <a:endParaRPr lang="en-GB"/>
          </a:p>
        </p:txBody>
      </p:sp>
    </p:spTree>
    <p:extLst>
      <p:ext uri="{BB962C8B-B14F-4D97-AF65-F5344CB8AC3E}">
        <p14:creationId xmlns:p14="http://schemas.microsoft.com/office/powerpoint/2010/main" val="20039891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image" Target="../media/image6.tiff"/><Relationship Id="rId1" Type="http://schemas.openxmlformats.org/officeDocument/2006/relationships/slideLayout" Target="../slideLayouts/slideLayout2.xml"/><Relationship Id="rId4" Type="http://schemas.openxmlformats.org/officeDocument/2006/relationships/image" Target="../media/image8.tiff"/></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8641C-BAC0-4155-84D5-F4B73D88F27B}"/>
              </a:ext>
            </a:extLst>
          </p:cNvPr>
          <p:cNvSpPr>
            <a:spLocks noGrp="1"/>
          </p:cNvSpPr>
          <p:nvPr>
            <p:ph type="ctrTitle"/>
          </p:nvPr>
        </p:nvSpPr>
        <p:spPr/>
        <p:txBody>
          <a:bodyPr>
            <a:normAutofit/>
          </a:bodyPr>
          <a:lstStyle/>
          <a:p>
            <a:r>
              <a:rPr lang="de-DE" dirty="0" err="1"/>
              <a:t>Advanced</a:t>
            </a:r>
            <a:r>
              <a:rPr lang="de-DE" dirty="0"/>
              <a:t> Control Methods</a:t>
            </a:r>
          </a:p>
        </p:txBody>
      </p:sp>
      <p:sp>
        <p:nvSpPr>
          <p:cNvPr id="3" name="Subtitle 2">
            <a:extLst>
              <a:ext uri="{FF2B5EF4-FFF2-40B4-BE49-F238E27FC236}">
                <a16:creationId xmlns:a16="http://schemas.microsoft.com/office/drawing/2014/main" id="{0FB6519B-0EF3-5498-C5EB-DE1F37841114}"/>
              </a:ext>
            </a:extLst>
          </p:cNvPr>
          <p:cNvSpPr>
            <a:spLocks noGrp="1"/>
          </p:cNvSpPr>
          <p:nvPr>
            <p:ph type="subTitle" idx="1"/>
          </p:nvPr>
        </p:nvSpPr>
        <p:spPr/>
        <p:txBody>
          <a:bodyPr/>
          <a:lstStyle/>
          <a:p>
            <a:r>
              <a:rPr lang="en-GB" dirty="0"/>
              <a:t>Control Engineering</a:t>
            </a:r>
          </a:p>
        </p:txBody>
      </p:sp>
    </p:spTree>
    <p:extLst>
      <p:ext uri="{BB962C8B-B14F-4D97-AF65-F5344CB8AC3E}">
        <p14:creationId xmlns:p14="http://schemas.microsoft.com/office/powerpoint/2010/main" val="2303947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0AD447-446B-E09E-6F4A-522C1DBB462E}"/>
              </a:ext>
            </a:extLst>
          </p:cNvPr>
          <p:cNvSpPr>
            <a:spLocks noGrp="1"/>
          </p:cNvSpPr>
          <p:nvPr>
            <p:ph type="title"/>
          </p:nvPr>
        </p:nvSpPr>
        <p:spPr/>
        <p:txBody>
          <a:bodyPr/>
          <a:lstStyle/>
          <a:p>
            <a:r>
              <a:rPr lang="en-GB" dirty="0"/>
              <a:t>Course Schedule</a:t>
            </a:r>
          </a:p>
        </p:txBody>
      </p:sp>
      <p:sp>
        <p:nvSpPr>
          <p:cNvPr id="6" name="Inhaltsplatzhalter 5">
            <a:extLst>
              <a:ext uri="{FF2B5EF4-FFF2-40B4-BE49-F238E27FC236}">
                <a16:creationId xmlns:a16="http://schemas.microsoft.com/office/drawing/2014/main" id="{CF502483-E45D-7D7D-D169-ACA4F8327D26}"/>
              </a:ext>
            </a:extLst>
          </p:cNvPr>
          <p:cNvSpPr>
            <a:spLocks noGrp="1"/>
          </p:cNvSpPr>
          <p:nvPr>
            <p:ph sz="half" idx="1"/>
          </p:nvPr>
        </p:nvSpPr>
        <p:spPr/>
        <p:txBody>
          <a:bodyPr>
            <a:normAutofit/>
          </a:bodyPr>
          <a:lstStyle/>
          <a:p>
            <a:pPr marL="514350" indent="-514350">
              <a:buFont typeface="+mj-lt"/>
              <a:buAutoNum type="arabicPeriod"/>
            </a:pPr>
            <a:r>
              <a:rPr lang="de-DE" dirty="0"/>
              <a:t>Systems</a:t>
            </a:r>
          </a:p>
          <a:p>
            <a:pPr marL="514350" indent="-514350">
              <a:buFont typeface="+mj-lt"/>
              <a:buAutoNum type="arabicPeriod"/>
            </a:pPr>
            <a:endParaRPr lang="de-DE" dirty="0"/>
          </a:p>
          <a:p>
            <a:pPr marL="514350" indent="-514350">
              <a:buFont typeface="+mj-lt"/>
              <a:buAutoNum type="arabicPeriod"/>
            </a:pPr>
            <a:r>
              <a:rPr lang="de-DE" dirty="0" err="1"/>
              <a:t>Continuous</a:t>
            </a:r>
            <a:r>
              <a:rPr lang="de-DE" dirty="0"/>
              <a:t>-time Controllers</a:t>
            </a:r>
          </a:p>
          <a:p>
            <a:pPr marL="514350" indent="-514350">
              <a:buFont typeface="+mj-lt"/>
              <a:buAutoNum type="arabicPeriod"/>
            </a:pPr>
            <a:endParaRPr lang="de-DE" dirty="0"/>
          </a:p>
          <a:p>
            <a:pPr marL="514350" indent="-514350">
              <a:buFont typeface="+mj-lt"/>
              <a:buAutoNum type="arabicPeriod"/>
            </a:pPr>
            <a:r>
              <a:rPr lang="de-DE" dirty="0"/>
              <a:t>Laplace Domain</a:t>
            </a:r>
          </a:p>
          <a:p>
            <a:pPr marL="514350" indent="-514350">
              <a:buFont typeface="+mj-lt"/>
              <a:buAutoNum type="arabicPeriod"/>
            </a:pPr>
            <a:endParaRPr lang="de-DE" dirty="0"/>
          </a:p>
          <a:p>
            <a:pPr marL="514350" indent="-514350">
              <a:buFont typeface="+mj-lt"/>
              <a:buAutoNum type="arabicPeriod"/>
            </a:pPr>
            <a:r>
              <a:rPr lang="de-DE" dirty="0"/>
              <a:t>Poles/Zeros &amp; </a:t>
            </a:r>
            <a:r>
              <a:rPr lang="de-DE" dirty="0" err="1"/>
              <a:t>Stability</a:t>
            </a:r>
            <a:endParaRPr lang="de-DE" dirty="0"/>
          </a:p>
        </p:txBody>
      </p:sp>
      <p:sp>
        <p:nvSpPr>
          <p:cNvPr id="7" name="Inhaltsplatzhalter 6">
            <a:extLst>
              <a:ext uri="{FF2B5EF4-FFF2-40B4-BE49-F238E27FC236}">
                <a16:creationId xmlns:a16="http://schemas.microsoft.com/office/drawing/2014/main" id="{B671907E-FFFA-73EF-8E7D-4AB4EBDD957B}"/>
              </a:ext>
            </a:extLst>
          </p:cNvPr>
          <p:cNvSpPr>
            <a:spLocks noGrp="1"/>
          </p:cNvSpPr>
          <p:nvPr>
            <p:ph sz="half" idx="2"/>
          </p:nvPr>
        </p:nvSpPr>
        <p:spPr/>
        <p:txBody>
          <a:bodyPr>
            <a:normAutofit/>
          </a:bodyPr>
          <a:lstStyle/>
          <a:p>
            <a:pPr marL="514350" indent="-514350">
              <a:buFont typeface="+mj-lt"/>
              <a:buAutoNum type="arabicPeriod" startAt="5"/>
            </a:pPr>
            <a:r>
              <a:rPr lang="de-DE" dirty="0"/>
              <a:t>Controller Design</a:t>
            </a:r>
          </a:p>
          <a:p>
            <a:pPr marL="514350" indent="-514350">
              <a:buFont typeface="+mj-lt"/>
              <a:buAutoNum type="arabicPeriod" startAt="5"/>
            </a:pPr>
            <a:endParaRPr lang="de-DE" dirty="0"/>
          </a:p>
          <a:p>
            <a:pPr marL="514350" indent="-514350">
              <a:buFont typeface="+mj-lt"/>
              <a:buAutoNum type="arabicPeriod" startAt="5"/>
            </a:pPr>
            <a:r>
              <a:rPr lang="de-DE" dirty="0" err="1"/>
              <a:t>Discrete</a:t>
            </a:r>
            <a:r>
              <a:rPr lang="de-DE" dirty="0"/>
              <a:t>-time Controllers</a:t>
            </a:r>
          </a:p>
          <a:p>
            <a:pPr marL="514350" indent="-514350">
              <a:buFont typeface="+mj-lt"/>
              <a:buAutoNum type="arabicPeriod" startAt="5"/>
            </a:pPr>
            <a:endParaRPr lang="de-DE" dirty="0"/>
          </a:p>
          <a:p>
            <a:pPr marL="514350" indent="-514350">
              <a:buFont typeface="+mj-lt"/>
              <a:buAutoNum type="arabicPeriod" startAt="5"/>
            </a:pPr>
            <a:r>
              <a:rPr lang="de-DE" dirty="0"/>
              <a:t>State Space </a:t>
            </a:r>
            <a:r>
              <a:rPr lang="de-DE" dirty="0" err="1"/>
              <a:t>Representation</a:t>
            </a:r>
            <a:endParaRPr lang="de-DE" dirty="0"/>
          </a:p>
          <a:p>
            <a:pPr marL="514350" indent="-514350">
              <a:buFont typeface="+mj-lt"/>
              <a:buAutoNum type="arabicPeriod" startAt="5"/>
            </a:pPr>
            <a:endParaRPr lang="de-DE" dirty="0"/>
          </a:p>
          <a:p>
            <a:pPr marL="514350" indent="-514350">
              <a:buFont typeface="+mj-lt"/>
              <a:buAutoNum type="arabicPeriod" startAt="5"/>
            </a:pPr>
            <a:r>
              <a:rPr lang="de-DE" dirty="0" err="1"/>
              <a:t>Advanced</a:t>
            </a:r>
            <a:r>
              <a:rPr lang="de-DE" dirty="0"/>
              <a:t> Control Methods</a:t>
            </a:r>
          </a:p>
        </p:txBody>
      </p:sp>
      <p:sp>
        <p:nvSpPr>
          <p:cNvPr id="3" name="Slide Number Placeholder 2">
            <a:extLst>
              <a:ext uri="{FF2B5EF4-FFF2-40B4-BE49-F238E27FC236}">
                <a16:creationId xmlns:a16="http://schemas.microsoft.com/office/drawing/2014/main" id="{A0664D44-83AC-6A7A-17E0-C1AE2ED18FF5}"/>
              </a:ext>
            </a:extLst>
          </p:cNvPr>
          <p:cNvSpPr>
            <a:spLocks noGrp="1"/>
          </p:cNvSpPr>
          <p:nvPr>
            <p:ph type="sldNum" sz="quarter" idx="12"/>
          </p:nvPr>
        </p:nvSpPr>
        <p:spPr/>
        <p:txBody>
          <a:bodyPr/>
          <a:lstStyle/>
          <a:p>
            <a:fld id="{08C366F5-AFAD-49CB-854A-9D9E238FCA13}" type="slidenum">
              <a:rPr lang="en-GB" smtClean="0"/>
              <a:t>2</a:t>
            </a:fld>
            <a:endParaRPr lang="en-GB" dirty="0"/>
          </a:p>
        </p:txBody>
      </p:sp>
    </p:spTree>
    <p:extLst>
      <p:ext uri="{BB962C8B-B14F-4D97-AF65-F5344CB8AC3E}">
        <p14:creationId xmlns:p14="http://schemas.microsoft.com/office/powerpoint/2010/main" val="310336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E92B2E04-27B7-8A9A-6143-C8831F834080}"/>
              </a:ext>
            </a:extLst>
          </p:cNvPr>
          <p:cNvSpPr>
            <a:spLocks noGrp="1"/>
          </p:cNvSpPr>
          <p:nvPr>
            <p:ph type="title"/>
          </p:nvPr>
        </p:nvSpPr>
        <p:spPr/>
        <p:txBody>
          <a:bodyPr/>
          <a:lstStyle/>
          <a:p>
            <a:r>
              <a:rPr lang="de-DE" dirty="0" err="1"/>
              <a:t>Advanced</a:t>
            </a:r>
            <a:r>
              <a:rPr lang="de-DE" dirty="0"/>
              <a:t> Control Methods</a:t>
            </a:r>
          </a:p>
        </p:txBody>
      </p:sp>
      <p:sp>
        <p:nvSpPr>
          <p:cNvPr id="8" name="Inhaltsplatzhalter 7">
            <a:extLst>
              <a:ext uri="{FF2B5EF4-FFF2-40B4-BE49-F238E27FC236}">
                <a16:creationId xmlns:a16="http://schemas.microsoft.com/office/drawing/2014/main" id="{8B599745-405B-0FFD-67CC-A4CA1E6684A4}"/>
              </a:ext>
            </a:extLst>
          </p:cNvPr>
          <p:cNvSpPr>
            <a:spLocks noGrp="1"/>
          </p:cNvSpPr>
          <p:nvPr>
            <p:ph idx="1"/>
          </p:nvPr>
        </p:nvSpPr>
        <p:spPr/>
        <p:txBody>
          <a:bodyPr/>
          <a:lstStyle/>
          <a:p>
            <a:r>
              <a:rPr lang="de-DE" dirty="0" err="1"/>
              <a:t>Limitations</a:t>
            </a:r>
            <a:r>
              <a:rPr lang="de-DE" dirty="0"/>
              <a:t> </a:t>
            </a:r>
            <a:r>
              <a:rPr lang="de-DE" dirty="0" err="1"/>
              <a:t>of</a:t>
            </a:r>
            <a:r>
              <a:rPr lang="de-DE" dirty="0"/>
              <a:t> </a:t>
            </a:r>
            <a:r>
              <a:rPr lang="de-DE" dirty="0" err="1"/>
              <a:t>classical</a:t>
            </a:r>
            <a:r>
              <a:rPr lang="de-DE" dirty="0"/>
              <a:t> </a:t>
            </a:r>
            <a:r>
              <a:rPr lang="de-DE" dirty="0" err="1"/>
              <a:t>control</a:t>
            </a:r>
            <a:r>
              <a:rPr lang="de-DE" dirty="0"/>
              <a:t> </a:t>
            </a:r>
            <a:r>
              <a:rPr lang="de-DE" dirty="0" err="1"/>
              <a:t>methods</a:t>
            </a:r>
            <a:endParaRPr lang="de-DE" dirty="0"/>
          </a:p>
          <a:p>
            <a:pPr marL="0" indent="0">
              <a:buNone/>
            </a:pPr>
            <a:endParaRPr lang="de-DE" dirty="0"/>
          </a:p>
          <a:p>
            <a:r>
              <a:rPr lang="de-DE" dirty="0"/>
              <a:t>Model </a:t>
            </a:r>
            <a:r>
              <a:rPr lang="de-DE" dirty="0" err="1"/>
              <a:t>Predictive</a:t>
            </a:r>
            <a:r>
              <a:rPr lang="de-DE" dirty="0"/>
              <a:t> Control (</a:t>
            </a:r>
            <a:r>
              <a:rPr lang="de-DE" dirty="0" err="1"/>
              <a:t>optimization-based</a:t>
            </a:r>
            <a:r>
              <a:rPr lang="de-DE" dirty="0"/>
              <a:t>)</a:t>
            </a:r>
          </a:p>
          <a:p>
            <a:pPr marL="0" indent="0">
              <a:buNone/>
            </a:pPr>
            <a:endParaRPr lang="de-DE" dirty="0"/>
          </a:p>
          <a:p>
            <a:r>
              <a:rPr lang="de-DE" dirty="0"/>
              <a:t>Reinforcement Learning (</a:t>
            </a:r>
            <a:r>
              <a:rPr lang="de-DE" dirty="0" err="1"/>
              <a:t>learning-based</a:t>
            </a:r>
            <a:r>
              <a:rPr lang="de-DE" dirty="0"/>
              <a:t>)</a:t>
            </a:r>
          </a:p>
        </p:txBody>
      </p:sp>
      <p:sp>
        <p:nvSpPr>
          <p:cNvPr id="5" name="Foliennummernplatzhalter 4">
            <a:extLst>
              <a:ext uri="{FF2B5EF4-FFF2-40B4-BE49-F238E27FC236}">
                <a16:creationId xmlns:a16="http://schemas.microsoft.com/office/drawing/2014/main" id="{422405FE-CC14-5A9E-E6BC-374EBECB4E84}"/>
              </a:ext>
            </a:extLst>
          </p:cNvPr>
          <p:cNvSpPr>
            <a:spLocks noGrp="1"/>
          </p:cNvSpPr>
          <p:nvPr>
            <p:ph type="sldNum" sz="quarter" idx="12"/>
          </p:nvPr>
        </p:nvSpPr>
        <p:spPr/>
        <p:txBody>
          <a:bodyPr/>
          <a:lstStyle/>
          <a:p>
            <a:fld id="{08C366F5-AFAD-49CB-854A-9D9E238FCA13}" type="slidenum">
              <a:rPr lang="en-GB" smtClean="0"/>
              <a:t>3</a:t>
            </a:fld>
            <a:endParaRPr lang="en-GB"/>
          </a:p>
        </p:txBody>
      </p:sp>
    </p:spTree>
    <p:extLst>
      <p:ext uri="{BB962C8B-B14F-4D97-AF65-F5344CB8AC3E}">
        <p14:creationId xmlns:p14="http://schemas.microsoft.com/office/powerpoint/2010/main" val="3204133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C340C3-9C78-3F9C-D851-20F7318C1AB1}"/>
              </a:ext>
            </a:extLst>
          </p:cNvPr>
          <p:cNvSpPr>
            <a:spLocks noGrp="1"/>
          </p:cNvSpPr>
          <p:nvPr>
            <p:ph type="title"/>
          </p:nvPr>
        </p:nvSpPr>
        <p:spPr/>
        <p:txBody>
          <a:bodyPr/>
          <a:lstStyle/>
          <a:p>
            <a:r>
              <a:rPr lang="de-DE" dirty="0" err="1"/>
              <a:t>Why</a:t>
            </a:r>
            <a:r>
              <a:rPr lang="de-DE" dirty="0"/>
              <a:t> Go </a:t>
            </a:r>
            <a:r>
              <a:rPr lang="de-DE" dirty="0" err="1"/>
              <a:t>Beyond</a:t>
            </a:r>
            <a:r>
              <a:rPr lang="de-DE" dirty="0"/>
              <a:t> </a:t>
            </a:r>
            <a:r>
              <a:rPr lang="de-DE" dirty="0" err="1"/>
              <a:t>Classical</a:t>
            </a:r>
            <a:r>
              <a:rPr lang="de-DE" dirty="0"/>
              <a:t> Control?</a:t>
            </a:r>
          </a:p>
        </p:txBody>
      </p:sp>
      <p:sp>
        <p:nvSpPr>
          <p:cNvPr id="3" name="Inhaltsplatzhalter 2">
            <a:extLst>
              <a:ext uri="{FF2B5EF4-FFF2-40B4-BE49-F238E27FC236}">
                <a16:creationId xmlns:a16="http://schemas.microsoft.com/office/drawing/2014/main" id="{77136750-489C-A65C-D9BE-DC0C68035683}"/>
              </a:ext>
            </a:extLst>
          </p:cNvPr>
          <p:cNvSpPr>
            <a:spLocks noGrp="1"/>
          </p:cNvSpPr>
          <p:nvPr>
            <p:ph idx="1"/>
          </p:nvPr>
        </p:nvSpPr>
        <p:spPr/>
        <p:txBody>
          <a:bodyPr>
            <a:normAutofit fontScale="92500"/>
          </a:bodyPr>
          <a:lstStyle/>
          <a:p>
            <a:pPr marL="0" indent="0">
              <a:buNone/>
            </a:pPr>
            <a:r>
              <a:rPr lang="de-DE" dirty="0" err="1"/>
              <a:t>Classical</a:t>
            </a:r>
            <a:r>
              <a:rPr lang="de-DE" dirty="0"/>
              <a:t> </a:t>
            </a:r>
            <a:r>
              <a:rPr lang="de-DE" dirty="0" err="1"/>
              <a:t>control</a:t>
            </a:r>
            <a:r>
              <a:rPr lang="de-DE" dirty="0"/>
              <a:t> </a:t>
            </a:r>
            <a:r>
              <a:rPr lang="de-DE" dirty="0" err="1"/>
              <a:t>methods</a:t>
            </a:r>
            <a:r>
              <a:rPr lang="de-DE" dirty="0"/>
              <a:t>: PID, linear </a:t>
            </a:r>
            <a:r>
              <a:rPr lang="de-DE" dirty="0" err="1"/>
              <a:t>state</a:t>
            </a:r>
            <a:r>
              <a:rPr lang="de-DE" dirty="0"/>
              <a:t> </a:t>
            </a:r>
            <a:r>
              <a:rPr lang="de-DE" dirty="0" err="1"/>
              <a:t>feedback</a:t>
            </a:r>
            <a:r>
              <a:rPr lang="de-DE" dirty="0"/>
              <a:t> (e.g., LQR)</a:t>
            </a:r>
          </a:p>
          <a:p>
            <a:pPr marL="0" indent="0">
              <a:buNone/>
            </a:pPr>
            <a:endParaRPr lang="de-DE" dirty="0"/>
          </a:p>
          <a:p>
            <a:pPr marL="0" indent="0">
              <a:buNone/>
            </a:pPr>
            <a:r>
              <a:rPr lang="de-DE" dirty="0"/>
              <a:t>Key </a:t>
            </a:r>
            <a:r>
              <a:rPr lang="de-DE" dirty="0" err="1"/>
              <a:t>limitations</a:t>
            </a:r>
            <a:r>
              <a:rPr lang="de-DE" dirty="0"/>
              <a:t>:</a:t>
            </a:r>
          </a:p>
          <a:p>
            <a:r>
              <a:rPr lang="de-DE" dirty="0"/>
              <a:t>Limited </a:t>
            </a:r>
            <a:r>
              <a:rPr lang="de-DE" dirty="0" err="1"/>
              <a:t>scalability</a:t>
            </a:r>
            <a:r>
              <a:rPr lang="de-DE" dirty="0"/>
              <a:t> </a:t>
            </a:r>
            <a:r>
              <a:rPr lang="de-DE" dirty="0" err="1"/>
              <a:t>to</a:t>
            </a:r>
            <a:r>
              <a:rPr lang="de-DE" dirty="0"/>
              <a:t> </a:t>
            </a:r>
            <a:r>
              <a:rPr lang="de-DE" dirty="0" err="1"/>
              <a:t>complex</a:t>
            </a:r>
            <a:r>
              <a:rPr lang="de-DE" dirty="0"/>
              <a:t> </a:t>
            </a:r>
            <a:r>
              <a:rPr lang="de-DE" dirty="0" err="1"/>
              <a:t>systems</a:t>
            </a:r>
            <a:r>
              <a:rPr lang="de-DE" dirty="0"/>
              <a:t>: high-dimensional </a:t>
            </a:r>
            <a:r>
              <a:rPr lang="de-DE" dirty="0" err="1"/>
              <a:t>systems</a:t>
            </a:r>
            <a:r>
              <a:rPr lang="de-DE" dirty="0"/>
              <a:t>, </a:t>
            </a:r>
            <a:r>
              <a:rPr lang="de-DE" dirty="0" err="1"/>
              <a:t>coupled</a:t>
            </a:r>
            <a:r>
              <a:rPr lang="de-DE" dirty="0"/>
              <a:t> multivariable </a:t>
            </a:r>
            <a:r>
              <a:rPr lang="de-DE" dirty="0" err="1"/>
              <a:t>dynamics</a:t>
            </a:r>
            <a:r>
              <a:rPr lang="de-DE" dirty="0"/>
              <a:t>, time-</a:t>
            </a:r>
            <a:r>
              <a:rPr lang="de-DE" dirty="0" err="1"/>
              <a:t>varying</a:t>
            </a:r>
            <a:r>
              <a:rPr lang="de-DE" dirty="0"/>
              <a:t> </a:t>
            </a:r>
            <a:r>
              <a:rPr lang="de-DE" dirty="0" err="1"/>
              <a:t>behavior</a:t>
            </a:r>
            <a:endParaRPr lang="de-DE" dirty="0"/>
          </a:p>
          <a:p>
            <a:r>
              <a:rPr lang="de-DE" dirty="0"/>
              <a:t>Constraints not </a:t>
            </a:r>
            <a:r>
              <a:rPr lang="de-DE" dirty="0" err="1"/>
              <a:t>explicitly</a:t>
            </a:r>
            <a:r>
              <a:rPr lang="de-DE" dirty="0"/>
              <a:t> </a:t>
            </a:r>
            <a:r>
              <a:rPr lang="de-DE" dirty="0" err="1"/>
              <a:t>handled</a:t>
            </a:r>
            <a:r>
              <a:rPr lang="de-DE" dirty="0"/>
              <a:t>: </a:t>
            </a:r>
            <a:r>
              <a:rPr lang="de-DE" dirty="0" err="1"/>
              <a:t>actuator</a:t>
            </a:r>
            <a:r>
              <a:rPr lang="de-DE" dirty="0"/>
              <a:t> </a:t>
            </a:r>
            <a:r>
              <a:rPr lang="de-DE" dirty="0" err="1"/>
              <a:t>limits</a:t>
            </a:r>
            <a:r>
              <a:rPr lang="de-DE" dirty="0"/>
              <a:t> (</a:t>
            </a:r>
            <a:r>
              <a:rPr lang="de-DE" dirty="0" err="1"/>
              <a:t>saturation</a:t>
            </a:r>
            <a:r>
              <a:rPr lang="de-DE" dirty="0"/>
              <a:t>), </a:t>
            </a:r>
            <a:r>
              <a:rPr lang="de-DE" dirty="0" err="1"/>
              <a:t>safety</a:t>
            </a:r>
            <a:r>
              <a:rPr lang="de-DE" dirty="0"/>
              <a:t> </a:t>
            </a:r>
            <a:r>
              <a:rPr lang="de-DE" dirty="0" err="1"/>
              <a:t>constraints</a:t>
            </a:r>
            <a:r>
              <a:rPr lang="de-DE" dirty="0"/>
              <a:t> (</a:t>
            </a:r>
            <a:r>
              <a:rPr lang="de-DE" dirty="0" err="1"/>
              <a:t>position</a:t>
            </a:r>
            <a:r>
              <a:rPr lang="de-DE" dirty="0"/>
              <a:t>, </a:t>
            </a:r>
            <a:r>
              <a:rPr lang="de-DE" dirty="0" err="1"/>
              <a:t>temperature</a:t>
            </a:r>
            <a:r>
              <a:rPr lang="de-DE" dirty="0"/>
              <a:t>, </a:t>
            </a:r>
            <a:r>
              <a:rPr lang="de-DE" dirty="0" err="1"/>
              <a:t>pressure</a:t>
            </a:r>
            <a:r>
              <a:rPr lang="de-DE" dirty="0"/>
              <a:t>), rate </a:t>
            </a:r>
            <a:r>
              <a:rPr lang="de-DE" dirty="0" err="1"/>
              <a:t>limits</a:t>
            </a:r>
            <a:r>
              <a:rPr lang="de-DE" dirty="0">
                <a:sym typeface="Wingdings" pitchFamily="2" charset="2"/>
              </a:rPr>
              <a:t> </a:t>
            </a:r>
            <a:r>
              <a:rPr lang="de-DE" dirty="0" err="1">
                <a:sym typeface="Wingdings" pitchFamily="2" charset="2"/>
              </a:rPr>
              <a:t>t</a:t>
            </a:r>
            <a:r>
              <a:rPr lang="de-DE" dirty="0" err="1"/>
              <a:t>ypically</a:t>
            </a:r>
            <a:r>
              <a:rPr lang="de-DE" dirty="0"/>
              <a:t> </a:t>
            </a:r>
            <a:r>
              <a:rPr lang="de-DE" dirty="0" err="1"/>
              <a:t>handled</a:t>
            </a:r>
            <a:r>
              <a:rPr lang="de-DE" dirty="0"/>
              <a:t> after design (</a:t>
            </a:r>
            <a:r>
              <a:rPr lang="de-DE" dirty="0" err="1"/>
              <a:t>clipping</a:t>
            </a:r>
            <a:r>
              <a:rPr lang="de-DE" dirty="0"/>
              <a:t>, anti-</a:t>
            </a:r>
            <a:r>
              <a:rPr lang="de-DE" dirty="0" err="1"/>
              <a:t>windup</a:t>
            </a:r>
            <a:r>
              <a:rPr lang="de-DE" dirty="0"/>
              <a:t>)</a:t>
            </a:r>
          </a:p>
          <a:p>
            <a:r>
              <a:rPr lang="de-DE" dirty="0" err="1"/>
              <a:t>Reliance</a:t>
            </a:r>
            <a:r>
              <a:rPr lang="de-DE" dirty="0"/>
              <a:t> on linear </a:t>
            </a:r>
            <a:r>
              <a:rPr lang="de-DE" dirty="0" err="1"/>
              <a:t>models</a:t>
            </a:r>
            <a:r>
              <a:rPr lang="de-DE" dirty="0"/>
              <a:t>: real </a:t>
            </a:r>
            <a:r>
              <a:rPr lang="de-DE" dirty="0" err="1"/>
              <a:t>systems</a:t>
            </a:r>
            <a:r>
              <a:rPr lang="de-DE" dirty="0"/>
              <a:t> </a:t>
            </a:r>
            <a:r>
              <a:rPr lang="de-DE" dirty="0" err="1"/>
              <a:t>often</a:t>
            </a:r>
            <a:r>
              <a:rPr lang="de-DE" dirty="0"/>
              <a:t> </a:t>
            </a:r>
            <a:r>
              <a:rPr lang="de-DE" dirty="0" err="1"/>
              <a:t>nonlinear</a:t>
            </a:r>
            <a:r>
              <a:rPr lang="de-DE" dirty="0"/>
              <a:t>, </a:t>
            </a:r>
            <a:r>
              <a:rPr lang="de-DE" dirty="0" err="1"/>
              <a:t>linearization</a:t>
            </a:r>
            <a:r>
              <a:rPr lang="de-DE" dirty="0"/>
              <a:t> </a:t>
            </a:r>
            <a:r>
              <a:rPr lang="de-DE" dirty="0" err="1"/>
              <a:t>only</a:t>
            </a:r>
            <a:r>
              <a:rPr lang="de-DE" dirty="0"/>
              <a:t> valid </a:t>
            </a:r>
            <a:r>
              <a:rPr lang="de-DE" dirty="0" err="1"/>
              <a:t>locally</a:t>
            </a:r>
            <a:r>
              <a:rPr lang="de-DE" dirty="0">
                <a:sym typeface="Wingdings" pitchFamily="2" charset="2"/>
              </a:rPr>
              <a:t> </a:t>
            </a:r>
            <a:r>
              <a:rPr lang="de-DE" dirty="0" err="1">
                <a:sym typeface="Wingdings" pitchFamily="2" charset="2"/>
              </a:rPr>
              <a:t>p</a:t>
            </a:r>
            <a:r>
              <a:rPr lang="de-DE" dirty="0" err="1"/>
              <a:t>erformance</a:t>
            </a:r>
            <a:r>
              <a:rPr lang="de-DE" dirty="0"/>
              <a:t> </a:t>
            </a:r>
            <a:r>
              <a:rPr lang="de-DE" dirty="0" err="1"/>
              <a:t>degrades</a:t>
            </a:r>
            <a:r>
              <a:rPr lang="de-DE" dirty="0"/>
              <a:t> </a:t>
            </a:r>
            <a:r>
              <a:rPr lang="de-DE" dirty="0" err="1"/>
              <a:t>away</a:t>
            </a:r>
            <a:r>
              <a:rPr lang="de-DE" dirty="0"/>
              <a:t> </a:t>
            </a:r>
            <a:r>
              <a:rPr lang="de-DE" dirty="0" err="1"/>
              <a:t>from</a:t>
            </a:r>
            <a:r>
              <a:rPr lang="de-DE" dirty="0"/>
              <a:t> </a:t>
            </a:r>
            <a:r>
              <a:rPr lang="de-DE" dirty="0" err="1"/>
              <a:t>operating</a:t>
            </a:r>
            <a:r>
              <a:rPr lang="de-DE" dirty="0"/>
              <a:t> </a:t>
            </a:r>
            <a:r>
              <a:rPr lang="de-DE" dirty="0" err="1"/>
              <a:t>point</a:t>
            </a:r>
            <a:endParaRPr lang="de-DE" dirty="0"/>
          </a:p>
          <a:p>
            <a:endParaRPr lang="de-DE" dirty="0"/>
          </a:p>
        </p:txBody>
      </p:sp>
      <p:sp>
        <p:nvSpPr>
          <p:cNvPr id="4" name="Foliennummernplatzhalter 3">
            <a:extLst>
              <a:ext uri="{FF2B5EF4-FFF2-40B4-BE49-F238E27FC236}">
                <a16:creationId xmlns:a16="http://schemas.microsoft.com/office/drawing/2014/main" id="{27454C31-C982-4772-79AD-EEF7B13FCE00}"/>
              </a:ext>
            </a:extLst>
          </p:cNvPr>
          <p:cNvSpPr>
            <a:spLocks noGrp="1"/>
          </p:cNvSpPr>
          <p:nvPr>
            <p:ph type="sldNum" sz="quarter" idx="12"/>
          </p:nvPr>
        </p:nvSpPr>
        <p:spPr/>
        <p:txBody>
          <a:bodyPr/>
          <a:lstStyle/>
          <a:p>
            <a:fld id="{08C366F5-AFAD-49CB-854A-9D9E238FCA13}" type="slidenum">
              <a:rPr lang="en-GB" smtClean="0"/>
              <a:t>4</a:t>
            </a:fld>
            <a:endParaRPr lang="en-GB"/>
          </a:p>
        </p:txBody>
      </p:sp>
    </p:spTree>
    <p:extLst>
      <p:ext uri="{BB962C8B-B14F-4D97-AF65-F5344CB8AC3E}">
        <p14:creationId xmlns:p14="http://schemas.microsoft.com/office/powerpoint/2010/main" val="897412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0119BC-4171-5ADF-D4A1-301A5C7BC331}"/>
              </a:ext>
            </a:extLst>
          </p:cNvPr>
          <p:cNvSpPr>
            <a:spLocks noGrp="1"/>
          </p:cNvSpPr>
          <p:nvPr>
            <p:ph type="title"/>
          </p:nvPr>
        </p:nvSpPr>
        <p:spPr/>
        <p:txBody>
          <a:bodyPr>
            <a:normAutofit/>
          </a:bodyPr>
          <a:lstStyle/>
          <a:p>
            <a:r>
              <a:rPr lang="de-DE" dirty="0"/>
              <a:t>How </a:t>
            </a:r>
            <a:r>
              <a:rPr lang="de-DE" dirty="0" err="1"/>
              <a:t>to</a:t>
            </a:r>
            <a:r>
              <a:rPr lang="de-DE" dirty="0"/>
              <a:t> </a:t>
            </a:r>
            <a:r>
              <a:rPr lang="de-DE" dirty="0" err="1"/>
              <a:t>control</a:t>
            </a:r>
            <a:r>
              <a:rPr lang="de-DE" dirty="0"/>
              <a:t> </a:t>
            </a:r>
            <a:r>
              <a:rPr lang="de-DE" dirty="0" err="1"/>
              <a:t>systems</a:t>
            </a:r>
            <a:r>
              <a:rPr lang="de-DE" dirty="0"/>
              <a:t> </a:t>
            </a:r>
            <a:r>
              <a:rPr lang="de-DE" dirty="0" err="1"/>
              <a:t>when</a:t>
            </a:r>
            <a:r>
              <a:rPr lang="de-DE" dirty="0"/>
              <a:t> </a:t>
            </a:r>
            <a:r>
              <a:rPr lang="de-DE" dirty="0" err="1"/>
              <a:t>models</a:t>
            </a:r>
            <a:r>
              <a:rPr lang="de-DE" dirty="0"/>
              <a:t> </a:t>
            </a:r>
            <a:r>
              <a:rPr lang="de-DE" dirty="0" err="1"/>
              <a:t>are</a:t>
            </a:r>
            <a:r>
              <a:rPr lang="de-DE" dirty="0"/>
              <a:t> </a:t>
            </a:r>
            <a:r>
              <a:rPr lang="de-DE" dirty="0" err="1"/>
              <a:t>imperfect</a:t>
            </a:r>
            <a:r>
              <a:rPr lang="de-DE" dirty="0"/>
              <a:t> and </a:t>
            </a:r>
            <a:r>
              <a:rPr lang="de-DE" dirty="0" err="1"/>
              <a:t>constraints</a:t>
            </a:r>
            <a:r>
              <a:rPr lang="de-DE" dirty="0"/>
              <a:t> matter?</a:t>
            </a:r>
          </a:p>
        </p:txBody>
      </p:sp>
      <p:sp>
        <p:nvSpPr>
          <p:cNvPr id="3" name="Inhaltsplatzhalter 2">
            <a:extLst>
              <a:ext uri="{FF2B5EF4-FFF2-40B4-BE49-F238E27FC236}">
                <a16:creationId xmlns:a16="http://schemas.microsoft.com/office/drawing/2014/main" id="{A9FC5A9D-E7C0-4AC9-4DAB-2267BD3B1A08}"/>
              </a:ext>
            </a:extLst>
          </p:cNvPr>
          <p:cNvSpPr>
            <a:spLocks noGrp="1"/>
          </p:cNvSpPr>
          <p:nvPr>
            <p:ph idx="1"/>
          </p:nvPr>
        </p:nvSpPr>
        <p:spPr/>
        <p:txBody>
          <a:bodyPr>
            <a:normAutofit/>
          </a:bodyPr>
          <a:lstStyle/>
          <a:p>
            <a:pPr marL="0" indent="0">
              <a:buNone/>
            </a:pPr>
            <a:r>
              <a:rPr lang="de-DE" dirty="0" err="1"/>
              <a:t>Examples</a:t>
            </a:r>
            <a:r>
              <a:rPr lang="de-DE" dirty="0"/>
              <a:t>:</a:t>
            </a:r>
          </a:p>
          <a:p>
            <a:r>
              <a:rPr lang="de-DE" dirty="0" err="1"/>
              <a:t>Autonomous</a:t>
            </a:r>
            <a:r>
              <a:rPr lang="de-DE" dirty="0"/>
              <a:t> </a:t>
            </a:r>
            <a:r>
              <a:rPr lang="de-DE" dirty="0" err="1"/>
              <a:t>driving</a:t>
            </a:r>
            <a:r>
              <a:rPr lang="de-DE" dirty="0"/>
              <a:t>: </a:t>
            </a:r>
            <a:r>
              <a:rPr lang="de-DE" dirty="0" err="1"/>
              <a:t>constraints</a:t>
            </a:r>
            <a:r>
              <a:rPr lang="de-DE" dirty="0"/>
              <a:t> + </a:t>
            </a:r>
            <a:r>
              <a:rPr lang="de-DE" dirty="0" err="1"/>
              <a:t>planning</a:t>
            </a:r>
            <a:endParaRPr lang="de-DE" dirty="0"/>
          </a:p>
          <a:p>
            <a:r>
              <a:rPr lang="de-DE" dirty="0"/>
              <a:t>Robotics: </a:t>
            </a:r>
            <a:r>
              <a:rPr lang="de-DE" dirty="0" err="1"/>
              <a:t>nonlinear</a:t>
            </a:r>
            <a:r>
              <a:rPr lang="de-DE" dirty="0"/>
              <a:t> + </a:t>
            </a:r>
            <a:r>
              <a:rPr lang="de-DE" dirty="0" err="1"/>
              <a:t>coupled</a:t>
            </a:r>
            <a:endParaRPr lang="de-DE" dirty="0"/>
          </a:p>
          <a:p>
            <a:r>
              <a:rPr lang="de-DE" dirty="0"/>
              <a:t>Energy </a:t>
            </a:r>
            <a:r>
              <a:rPr lang="de-DE" dirty="0" err="1"/>
              <a:t>systems</a:t>
            </a:r>
            <a:r>
              <a:rPr lang="de-DE" dirty="0"/>
              <a:t>: large-</a:t>
            </a:r>
            <a:r>
              <a:rPr lang="de-DE" dirty="0" err="1"/>
              <a:t>scale</a:t>
            </a:r>
            <a:r>
              <a:rPr lang="de-DE" dirty="0"/>
              <a:t> + </a:t>
            </a:r>
            <a:r>
              <a:rPr lang="de-DE" dirty="0" err="1"/>
              <a:t>constrained</a:t>
            </a:r>
            <a:br>
              <a:rPr lang="de-DE" dirty="0"/>
            </a:br>
            <a:endParaRPr lang="de-DE" dirty="0"/>
          </a:p>
          <a:p>
            <a:pPr marL="0" indent="0">
              <a:buNone/>
            </a:pPr>
            <a:r>
              <a:rPr lang="de-DE" dirty="0">
                <a:sym typeface="Wingdings" pitchFamily="2" charset="2"/>
              </a:rPr>
              <a:t> </a:t>
            </a:r>
            <a:r>
              <a:rPr lang="de-DE" dirty="0"/>
              <a:t>Leads </a:t>
            </a:r>
            <a:r>
              <a:rPr lang="de-DE" dirty="0" err="1"/>
              <a:t>to</a:t>
            </a:r>
            <a:r>
              <a:rPr lang="de-DE" dirty="0"/>
              <a:t> </a:t>
            </a:r>
            <a:r>
              <a:rPr lang="de-DE" dirty="0" err="1"/>
              <a:t>two</a:t>
            </a:r>
            <a:r>
              <a:rPr lang="de-DE" dirty="0"/>
              <a:t> modern </a:t>
            </a:r>
            <a:r>
              <a:rPr lang="de-DE" dirty="0" err="1"/>
              <a:t>approaches</a:t>
            </a:r>
            <a:r>
              <a:rPr lang="de-DE" dirty="0"/>
              <a:t>:</a:t>
            </a:r>
          </a:p>
          <a:p>
            <a:r>
              <a:rPr lang="de-DE" dirty="0" err="1"/>
              <a:t>Optimization-based</a:t>
            </a:r>
            <a:r>
              <a:rPr lang="de-DE" dirty="0"/>
              <a:t> </a:t>
            </a:r>
            <a:r>
              <a:rPr lang="de-DE" dirty="0" err="1"/>
              <a:t>control</a:t>
            </a:r>
            <a:r>
              <a:rPr lang="de-DE" dirty="0"/>
              <a:t> (e.g., </a:t>
            </a:r>
            <a:r>
              <a:rPr lang="de-DE" dirty="0" err="1"/>
              <a:t>model</a:t>
            </a:r>
            <a:r>
              <a:rPr lang="de-DE" dirty="0"/>
              <a:t> </a:t>
            </a:r>
            <a:r>
              <a:rPr lang="de-DE" dirty="0" err="1"/>
              <a:t>predictive</a:t>
            </a:r>
            <a:r>
              <a:rPr lang="de-DE" dirty="0"/>
              <a:t> </a:t>
            </a:r>
            <a:r>
              <a:rPr lang="de-DE" dirty="0" err="1"/>
              <a:t>control</a:t>
            </a:r>
            <a:r>
              <a:rPr lang="de-DE" dirty="0"/>
              <a:t>)</a:t>
            </a:r>
          </a:p>
          <a:p>
            <a:r>
              <a:rPr lang="de-DE" dirty="0"/>
              <a:t>Learning-</a:t>
            </a:r>
            <a:r>
              <a:rPr lang="de-DE" dirty="0" err="1"/>
              <a:t>based</a:t>
            </a:r>
            <a:r>
              <a:rPr lang="de-DE" dirty="0"/>
              <a:t> </a:t>
            </a:r>
            <a:r>
              <a:rPr lang="de-DE" dirty="0" err="1"/>
              <a:t>control</a:t>
            </a:r>
            <a:r>
              <a:rPr lang="de-DE" dirty="0"/>
              <a:t> (e.g., </a:t>
            </a:r>
            <a:r>
              <a:rPr lang="de-DE" dirty="0" err="1"/>
              <a:t>reinforcement</a:t>
            </a:r>
            <a:r>
              <a:rPr lang="de-DE" dirty="0"/>
              <a:t> </a:t>
            </a:r>
            <a:r>
              <a:rPr lang="de-DE" dirty="0" err="1"/>
              <a:t>learning</a:t>
            </a:r>
            <a:r>
              <a:rPr lang="de-DE" dirty="0"/>
              <a:t>)</a:t>
            </a:r>
          </a:p>
        </p:txBody>
      </p:sp>
      <p:sp>
        <p:nvSpPr>
          <p:cNvPr id="4" name="Foliennummernplatzhalter 3">
            <a:extLst>
              <a:ext uri="{FF2B5EF4-FFF2-40B4-BE49-F238E27FC236}">
                <a16:creationId xmlns:a16="http://schemas.microsoft.com/office/drawing/2014/main" id="{5C780803-3BA7-74A8-9798-45E4C19AB489}"/>
              </a:ext>
            </a:extLst>
          </p:cNvPr>
          <p:cNvSpPr>
            <a:spLocks noGrp="1"/>
          </p:cNvSpPr>
          <p:nvPr>
            <p:ph type="sldNum" sz="quarter" idx="12"/>
          </p:nvPr>
        </p:nvSpPr>
        <p:spPr/>
        <p:txBody>
          <a:bodyPr/>
          <a:lstStyle/>
          <a:p>
            <a:fld id="{08C366F5-AFAD-49CB-854A-9D9E238FCA13}" type="slidenum">
              <a:rPr lang="en-GB" smtClean="0"/>
              <a:t>5</a:t>
            </a:fld>
            <a:endParaRPr lang="en-GB"/>
          </a:p>
        </p:txBody>
      </p:sp>
    </p:spTree>
    <p:extLst>
      <p:ext uri="{BB962C8B-B14F-4D97-AF65-F5344CB8AC3E}">
        <p14:creationId xmlns:p14="http://schemas.microsoft.com/office/powerpoint/2010/main" val="2491511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9B732A1-715F-0122-5EFC-CCF2B42F6664}"/>
              </a:ext>
            </a:extLst>
          </p:cNvPr>
          <p:cNvSpPr>
            <a:spLocks noGrp="1"/>
          </p:cNvSpPr>
          <p:nvPr>
            <p:ph type="title"/>
          </p:nvPr>
        </p:nvSpPr>
        <p:spPr/>
        <p:txBody>
          <a:bodyPr/>
          <a:lstStyle/>
          <a:p>
            <a:r>
              <a:rPr lang="de-DE" dirty="0"/>
              <a:t>Model </a:t>
            </a:r>
            <a:r>
              <a:rPr lang="de-DE" dirty="0" err="1"/>
              <a:t>Predictive</a:t>
            </a:r>
            <a:r>
              <a:rPr lang="de-DE" dirty="0"/>
              <a:t> Control (MPC)</a:t>
            </a:r>
          </a:p>
        </p:txBody>
      </p:sp>
      <p:sp>
        <p:nvSpPr>
          <p:cNvPr id="3" name="Inhaltsplatzhalter 2">
            <a:extLst>
              <a:ext uri="{FF2B5EF4-FFF2-40B4-BE49-F238E27FC236}">
                <a16:creationId xmlns:a16="http://schemas.microsoft.com/office/drawing/2014/main" id="{3A493893-88D0-C12D-098B-3D88ABCAF813}"/>
              </a:ext>
            </a:extLst>
          </p:cNvPr>
          <p:cNvSpPr>
            <a:spLocks noGrp="1"/>
          </p:cNvSpPr>
          <p:nvPr>
            <p:ph idx="1"/>
          </p:nvPr>
        </p:nvSpPr>
        <p:spPr>
          <a:xfrm>
            <a:off x="838200" y="1825625"/>
            <a:ext cx="10515600" cy="1325563"/>
          </a:xfrm>
        </p:spPr>
        <p:txBody>
          <a:bodyPr>
            <a:normAutofit lnSpcReduction="10000"/>
          </a:bodyPr>
          <a:lstStyle/>
          <a:p>
            <a:pPr marL="514350" indent="-514350">
              <a:buFont typeface="+mj-lt"/>
              <a:buAutoNum type="arabicPeriod"/>
            </a:pPr>
            <a:r>
              <a:rPr lang="de-DE" dirty="0" err="1"/>
              <a:t>Predict</a:t>
            </a:r>
            <a:r>
              <a:rPr lang="de-DE" dirty="0"/>
              <a:t> </a:t>
            </a:r>
            <a:r>
              <a:rPr lang="de-DE" dirty="0" err="1"/>
              <a:t>future</a:t>
            </a:r>
            <a:r>
              <a:rPr lang="de-DE" dirty="0"/>
              <a:t> </a:t>
            </a:r>
            <a:r>
              <a:rPr lang="de-DE" dirty="0" err="1"/>
              <a:t>system</a:t>
            </a:r>
            <a:r>
              <a:rPr lang="de-DE" dirty="0"/>
              <a:t> </a:t>
            </a:r>
            <a:r>
              <a:rPr lang="de-DE" dirty="0" err="1"/>
              <a:t>behavior</a:t>
            </a:r>
            <a:r>
              <a:rPr lang="de-DE" dirty="0"/>
              <a:t> </a:t>
            </a:r>
            <a:r>
              <a:rPr lang="de-DE" dirty="0" err="1"/>
              <a:t>using</a:t>
            </a:r>
            <a:r>
              <a:rPr lang="de-DE" dirty="0"/>
              <a:t> an explicit </a:t>
            </a:r>
            <a:r>
              <a:rPr lang="de-DE" dirty="0" err="1"/>
              <a:t>system</a:t>
            </a:r>
            <a:r>
              <a:rPr lang="de-DE" dirty="0"/>
              <a:t> </a:t>
            </a:r>
            <a:r>
              <a:rPr lang="de-DE" dirty="0" err="1"/>
              <a:t>model</a:t>
            </a:r>
            <a:endParaRPr lang="de-DE" dirty="0"/>
          </a:p>
          <a:p>
            <a:pPr marL="514350" indent="-514350">
              <a:buFont typeface="+mj-lt"/>
              <a:buAutoNum type="arabicPeriod"/>
            </a:pPr>
            <a:r>
              <a:rPr lang="de-DE" dirty="0" err="1"/>
              <a:t>Optimize</a:t>
            </a:r>
            <a:r>
              <a:rPr lang="de-DE" dirty="0"/>
              <a:t> </a:t>
            </a:r>
            <a:r>
              <a:rPr lang="de-DE" dirty="0" err="1"/>
              <a:t>control</a:t>
            </a:r>
            <a:r>
              <a:rPr lang="de-DE" dirty="0"/>
              <a:t> </a:t>
            </a:r>
            <a:r>
              <a:rPr lang="de-DE" dirty="0" err="1"/>
              <a:t>inputs</a:t>
            </a:r>
            <a:r>
              <a:rPr lang="de-DE" dirty="0"/>
              <a:t> </a:t>
            </a:r>
            <a:r>
              <a:rPr lang="de-DE" dirty="0" err="1"/>
              <a:t>over</a:t>
            </a:r>
            <a:r>
              <a:rPr lang="de-DE" dirty="0"/>
              <a:t> a finite </a:t>
            </a:r>
            <a:r>
              <a:rPr lang="de-DE" dirty="0" err="1"/>
              <a:t>horizon</a:t>
            </a:r>
            <a:r>
              <a:rPr lang="de-DE" dirty="0"/>
              <a:t> (</a:t>
            </a:r>
            <a:r>
              <a:rPr lang="de-DE" dirty="0" err="1"/>
              <a:t>control</a:t>
            </a:r>
            <a:r>
              <a:rPr lang="de-DE" dirty="0"/>
              <a:t> </a:t>
            </a:r>
            <a:r>
              <a:rPr lang="de-DE" dirty="0" err="1"/>
              <a:t>sequence</a:t>
            </a:r>
            <a:r>
              <a:rPr lang="de-DE" dirty="0"/>
              <a:t>) </a:t>
            </a:r>
            <a:r>
              <a:rPr lang="de-DE" dirty="0">
                <a:sym typeface="Wingdings" pitchFamily="2" charset="2"/>
              </a:rPr>
              <a:t> </a:t>
            </a:r>
            <a:r>
              <a:rPr lang="de-DE" dirty="0" err="1">
                <a:sym typeface="Wingdings" pitchFamily="2" charset="2"/>
              </a:rPr>
              <a:t>choose</a:t>
            </a:r>
            <a:r>
              <a:rPr lang="de-DE" dirty="0">
                <a:sym typeface="Wingdings" pitchFamily="2" charset="2"/>
              </a:rPr>
              <a:t> </a:t>
            </a:r>
            <a:r>
              <a:rPr lang="de-DE" dirty="0" err="1">
                <a:sym typeface="Wingdings" pitchFamily="2" charset="2"/>
              </a:rPr>
              <a:t>best</a:t>
            </a:r>
            <a:r>
              <a:rPr lang="de-DE" dirty="0">
                <a:sym typeface="Wingdings" pitchFamily="2" charset="2"/>
              </a:rPr>
              <a:t> </a:t>
            </a:r>
            <a:r>
              <a:rPr lang="de-DE" dirty="0" err="1">
                <a:sym typeface="Wingdings" pitchFamily="2" charset="2"/>
              </a:rPr>
              <a:t>future</a:t>
            </a:r>
            <a:r>
              <a:rPr lang="de-DE" dirty="0">
                <a:sym typeface="Wingdings" pitchFamily="2" charset="2"/>
              </a:rPr>
              <a:t> </a:t>
            </a:r>
            <a:r>
              <a:rPr lang="de-DE" dirty="0" err="1">
                <a:sym typeface="Wingdings" pitchFamily="2" charset="2"/>
              </a:rPr>
              <a:t>trajectory</a:t>
            </a:r>
            <a:endParaRPr lang="de-DE" dirty="0"/>
          </a:p>
        </p:txBody>
      </p:sp>
      <p:sp>
        <p:nvSpPr>
          <p:cNvPr id="4" name="Foliennummernplatzhalter 3">
            <a:extLst>
              <a:ext uri="{FF2B5EF4-FFF2-40B4-BE49-F238E27FC236}">
                <a16:creationId xmlns:a16="http://schemas.microsoft.com/office/drawing/2014/main" id="{C80893F2-2C53-DFE0-AC85-D4DC633E3E14}"/>
              </a:ext>
            </a:extLst>
          </p:cNvPr>
          <p:cNvSpPr>
            <a:spLocks noGrp="1"/>
          </p:cNvSpPr>
          <p:nvPr>
            <p:ph type="sldNum" sz="quarter" idx="12"/>
          </p:nvPr>
        </p:nvSpPr>
        <p:spPr/>
        <p:txBody>
          <a:bodyPr/>
          <a:lstStyle/>
          <a:p>
            <a:fld id="{08C366F5-AFAD-49CB-854A-9D9E238FCA13}" type="slidenum">
              <a:rPr lang="en-GB" smtClean="0"/>
              <a:t>6</a:t>
            </a:fld>
            <a:endParaRPr lang="en-GB"/>
          </a:p>
        </p:txBody>
      </p:sp>
      <p:pic>
        <p:nvPicPr>
          <p:cNvPr id="1026" name="Picture 2">
            <a:extLst>
              <a:ext uri="{FF2B5EF4-FFF2-40B4-BE49-F238E27FC236}">
                <a16:creationId xmlns:a16="http://schemas.microsoft.com/office/drawing/2014/main" id="{F19A112A-F8AD-D0C0-2966-D72E83AD25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4030" y="3327063"/>
            <a:ext cx="6123940" cy="33944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8464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eedback loop with an MPC controller (consisting of an observer and an optimizer, both using a prediction model) connected to a plant. The controller receives a reference signal, the plant output and the measured disturbances, and outputs the plant control moves. Only the plant is affected by the unmeasured disturbances.">
            <a:extLst>
              <a:ext uri="{FF2B5EF4-FFF2-40B4-BE49-F238E27FC236}">
                <a16:creationId xmlns:a16="http://schemas.microsoft.com/office/drawing/2014/main" id="{932BF88F-00C5-0054-6FDA-8F57DB313B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7781" y="2722245"/>
            <a:ext cx="7491179" cy="4135755"/>
          </a:xfrm>
          <a:prstGeom prst="rect">
            <a:avLst/>
          </a:prstGeom>
          <a:noFill/>
          <a:extLst>
            <a:ext uri="{909E8E84-426E-40DD-AFC4-6F175D3DCCD1}">
              <a14:hiddenFill xmlns:a14="http://schemas.microsoft.com/office/drawing/2010/main">
                <a:solidFill>
                  <a:srgbClr val="FFFFFF"/>
                </a:solidFill>
              </a14:hiddenFill>
            </a:ext>
          </a:extLst>
        </p:spPr>
      </p:pic>
      <p:sp>
        <p:nvSpPr>
          <p:cNvPr id="7" name="Titel 6">
            <a:extLst>
              <a:ext uri="{FF2B5EF4-FFF2-40B4-BE49-F238E27FC236}">
                <a16:creationId xmlns:a16="http://schemas.microsoft.com/office/drawing/2014/main" id="{200D0D4E-76DB-3B9B-84F4-FBB5F307E3BA}"/>
              </a:ext>
            </a:extLst>
          </p:cNvPr>
          <p:cNvSpPr>
            <a:spLocks noGrp="1"/>
          </p:cNvSpPr>
          <p:nvPr>
            <p:ph type="title"/>
          </p:nvPr>
        </p:nvSpPr>
        <p:spPr/>
        <p:txBody>
          <a:bodyPr/>
          <a:lstStyle/>
          <a:p>
            <a:r>
              <a:rPr lang="de-DE" dirty="0"/>
              <a:t>MPC </a:t>
            </a:r>
            <a:r>
              <a:rPr lang="de-DE" dirty="0" err="1"/>
              <a:t>Optimization</a:t>
            </a:r>
            <a:r>
              <a:rPr lang="de-DE" dirty="0"/>
              <a:t> Problem</a:t>
            </a:r>
          </a:p>
        </p:txBody>
      </p:sp>
      <p:sp>
        <p:nvSpPr>
          <p:cNvPr id="4" name="Foliennummernplatzhalter 3">
            <a:extLst>
              <a:ext uri="{FF2B5EF4-FFF2-40B4-BE49-F238E27FC236}">
                <a16:creationId xmlns:a16="http://schemas.microsoft.com/office/drawing/2014/main" id="{797D8915-2FC7-CA54-0ACA-8A873674917E}"/>
              </a:ext>
            </a:extLst>
          </p:cNvPr>
          <p:cNvSpPr>
            <a:spLocks noGrp="1"/>
          </p:cNvSpPr>
          <p:nvPr>
            <p:ph type="sldNum" sz="quarter" idx="12"/>
          </p:nvPr>
        </p:nvSpPr>
        <p:spPr/>
        <p:txBody>
          <a:bodyPr/>
          <a:lstStyle/>
          <a:p>
            <a:fld id="{08C366F5-AFAD-49CB-854A-9D9E238FCA13}" type="slidenum">
              <a:rPr lang="en-GB" smtClean="0"/>
              <a:t>7</a:t>
            </a:fld>
            <a:endParaRPr lang="en-GB"/>
          </a:p>
        </p:txBody>
      </p:sp>
      <mc:AlternateContent xmlns:mc="http://schemas.openxmlformats.org/markup-compatibility/2006">
        <mc:Choice xmlns:a14="http://schemas.microsoft.com/office/drawing/2010/main" Requires="a14">
          <p:sp>
            <p:nvSpPr>
              <p:cNvPr id="6" name="Textfeld 5">
                <a:extLst>
                  <a:ext uri="{FF2B5EF4-FFF2-40B4-BE49-F238E27FC236}">
                    <a16:creationId xmlns:a16="http://schemas.microsoft.com/office/drawing/2014/main" id="{78FCE04D-A21E-2B22-FE16-A628ED9975E0}"/>
                  </a:ext>
                </a:extLst>
              </p:cNvPr>
              <p:cNvSpPr txBox="1"/>
              <p:nvPr/>
            </p:nvSpPr>
            <p:spPr>
              <a:xfrm>
                <a:off x="838200" y="2045864"/>
                <a:ext cx="9583615" cy="509178"/>
              </a:xfrm>
              <a:prstGeom prst="rect">
                <a:avLst/>
              </a:prstGeom>
              <a:noFill/>
              <a:ln>
                <a:solidFill>
                  <a:schemeClr val="tx1"/>
                </a:solidFill>
              </a:ln>
            </p:spPr>
            <p:txBody>
              <a:bodyPr wrap="square">
                <a:spAutoFit/>
              </a:bodyPr>
              <a:lstStyle/>
              <a:p>
                <a:r>
                  <a:rPr lang="de-DE" sz="2400" dirty="0"/>
                  <a:t>Minimize a </a:t>
                </a:r>
                <a:r>
                  <a:rPr lang="de-DE" sz="2400" dirty="0" err="1"/>
                  <a:t>cost</a:t>
                </a:r>
                <a:r>
                  <a:rPr lang="de-DE" sz="2400" dirty="0"/>
                  <a:t> </a:t>
                </a:r>
                <a:r>
                  <a:rPr lang="de-DE" sz="2400" dirty="0" err="1"/>
                  <a:t>function</a:t>
                </a:r>
                <a:r>
                  <a:rPr lang="de-DE" sz="2400" dirty="0"/>
                  <a:t> such </a:t>
                </a:r>
                <a:r>
                  <a:rPr lang="de-DE" sz="2400" dirty="0" err="1"/>
                  <a:t>as</a:t>
                </a:r>
                <a:r>
                  <a:rPr lang="de-DE" sz="2400" dirty="0"/>
                  <a:t>	</a:t>
                </a:r>
                <a14:m>
                  <m:oMath xmlns:m="http://schemas.openxmlformats.org/officeDocument/2006/math">
                    <m:r>
                      <a:rPr lang="de-DE" sz="2400" b="0" i="1" smtClean="0">
                        <a:latin typeface="Cambria Math" panose="02040503050406030204" pitchFamily="18" charset="0"/>
                      </a:rPr>
                      <m:t>𝐽</m:t>
                    </m:r>
                    <m:r>
                      <a:rPr lang="de-DE" sz="2400" b="0" i="1" smtClean="0">
                        <a:latin typeface="Cambria Math" panose="02040503050406030204" pitchFamily="18" charset="0"/>
                      </a:rPr>
                      <m:t>=</m:t>
                    </m:r>
                    <m:nary>
                      <m:naryPr>
                        <m:chr m:val="∑"/>
                        <m:ctrlPr>
                          <a:rPr lang="de-DE" sz="2400" b="0" i="1" smtClean="0">
                            <a:latin typeface="Cambria Math" panose="02040503050406030204" pitchFamily="18" charset="0"/>
                          </a:rPr>
                        </m:ctrlPr>
                      </m:naryPr>
                      <m:sub>
                        <m:r>
                          <m:rPr>
                            <m:brk m:alnAt="23"/>
                          </m:rPr>
                          <a:rPr lang="de-DE" sz="2400" b="0" i="1" smtClean="0">
                            <a:latin typeface="Cambria Math" panose="02040503050406030204" pitchFamily="18" charset="0"/>
                          </a:rPr>
                          <m:t>𝑘</m:t>
                        </m:r>
                        <m:r>
                          <a:rPr lang="de-DE" sz="2400" b="0" i="1" smtClean="0">
                            <a:latin typeface="Cambria Math" panose="02040503050406030204" pitchFamily="18" charset="0"/>
                          </a:rPr>
                          <m:t>=0</m:t>
                        </m:r>
                      </m:sub>
                      <m:sup>
                        <m:r>
                          <a:rPr lang="de-DE" sz="2400" b="0" i="1" smtClean="0">
                            <a:latin typeface="Cambria Math" panose="02040503050406030204" pitchFamily="18" charset="0"/>
                          </a:rPr>
                          <m:t>𝑁</m:t>
                        </m:r>
                        <m:r>
                          <a:rPr lang="de-DE" sz="2400" b="0" i="1" smtClean="0">
                            <a:latin typeface="Cambria Math" panose="02040503050406030204" pitchFamily="18" charset="0"/>
                          </a:rPr>
                          <m:t>−1</m:t>
                        </m:r>
                      </m:sup>
                      <m:e>
                        <m:d>
                          <m:dPr>
                            <m:ctrlPr>
                              <a:rPr lang="de-DE" sz="2400" b="0" i="1" smtClean="0">
                                <a:latin typeface="Cambria Math" panose="02040503050406030204" pitchFamily="18" charset="0"/>
                              </a:rPr>
                            </m:ctrlPr>
                          </m:dPr>
                          <m:e>
                            <m:sSubSup>
                              <m:sSubSupPr>
                                <m:ctrlPr>
                                  <a:rPr lang="de-DE" sz="2400" b="0" i="1" smtClean="0">
                                    <a:latin typeface="Cambria Math" panose="02040503050406030204" pitchFamily="18" charset="0"/>
                                  </a:rPr>
                                </m:ctrlPr>
                              </m:sSubSupPr>
                              <m:e>
                                <m:r>
                                  <a:rPr lang="de-DE" sz="2400" b="0" i="1" smtClean="0">
                                    <a:latin typeface="Cambria Math" panose="02040503050406030204" pitchFamily="18" charset="0"/>
                                  </a:rPr>
                                  <m:t>𝑥</m:t>
                                </m:r>
                              </m:e>
                              <m:sub>
                                <m:r>
                                  <a:rPr lang="de-DE" sz="2400" b="0" i="1" smtClean="0">
                                    <a:latin typeface="Cambria Math" panose="02040503050406030204" pitchFamily="18" charset="0"/>
                                  </a:rPr>
                                  <m:t>𝑘</m:t>
                                </m:r>
                              </m:sub>
                              <m:sup>
                                <m:r>
                                  <m:rPr>
                                    <m:sty m:val="p"/>
                                  </m:rPr>
                                  <a:rPr lang="de-DE" sz="2400" b="0" i="0" smtClean="0">
                                    <a:latin typeface="Cambria Math" panose="02040503050406030204" pitchFamily="18" charset="0"/>
                                  </a:rPr>
                                  <m:t>T</m:t>
                                </m:r>
                              </m:sup>
                            </m:sSubSup>
                            <m:r>
                              <a:rPr lang="de-DE" sz="2400" b="0" i="1" smtClean="0">
                                <a:latin typeface="Cambria Math" panose="02040503050406030204" pitchFamily="18" charset="0"/>
                              </a:rPr>
                              <m:t>𝑄</m:t>
                            </m:r>
                            <m:sSub>
                              <m:sSubPr>
                                <m:ctrlPr>
                                  <a:rPr lang="de-DE" sz="2400" b="0" i="1" smtClean="0">
                                    <a:latin typeface="Cambria Math" panose="02040503050406030204" pitchFamily="18" charset="0"/>
                                  </a:rPr>
                                </m:ctrlPr>
                              </m:sSubPr>
                              <m:e>
                                <m:r>
                                  <a:rPr lang="de-DE" sz="2400" b="0" i="1" smtClean="0">
                                    <a:latin typeface="Cambria Math" panose="02040503050406030204" pitchFamily="18" charset="0"/>
                                  </a:rPr>
                                  <m:t>𝑥</m:t>
                                </m:r>
                              </m:e>
                              <m:sub>
                                <m:r>
                                  <a:rPr lang="de-DE" sz="2400" b="0" i="1" smtClean="0">
                                    <a:latin typeface="Cambria Math" panose="02040503050406030204" pitchFamily="18" charset="0"/>
                                  </a:rPr>
                                  <m:t>𝑘</m:t>
                                </m:r>
                              </m:sub>
                            </m:sSub>
                            <m:r>
                              <a:rPr lang="de-DE" sz="2400" b="0" i="1" smtClean="0">
                                <a:latin typeface="Cambria Math" panose="02040503050406030204" pitchFamily="18" charset="0"/>
                              </a:rPr>
                              <m:t>+</m:t>
                            </m:r>
                            <m:sSubSup>
                              <m:sSubSupPr>
                                <m:ctrlPr>
                                  <a:rPr lang="de-DE" sz="2400" i="1">
                                    <a:latin typeface="Cambria Math" panose="02040503050406030204" pitchFamily="18" charset="0"/>
                                  </a:rPr>
                                </m:ctrlPr>
                              </m:sSubSupPr>
                              <m:e>
                                <m:r>
                                  <a:rPr lang="de-DE" sz="2400" b="0" i="1" smtClean="0">
                                    <a:latin typeface="Cambria Math" panose="02040503050406030204" pitchFamily="18" charset="0"/>
                                  </a:rPr>
                                  <m:t>𝑢</m:t>
                                </m:r>
                              </m:e>
                              <m:sub>
                                <m:r>
                                  <a:rPr lang="de-DE" sz="2400" i="1">
                                    <a:latin typeface="Cambria Math" panose="02040503050406030204" pitchFamily="18" charset="0"/>
                                  </a:rPr>
                                  <m:t>𝑘</m:t>
                                </m:r>
                              </m:sub>
                              <m:sup>
                                <m:r>
                                  <m:rPr>
                                    <m:sty m:val="p"/>
                                  </m:rPr>
                                  <a:rPr lang="de-DE" sz="2400">
                                    <a:latin typeface="Cambria Math" panose="02040503050406030204" pitchFamily="18" charset="0"/>
                                  </a:rPr>
                                  <m:t>T</m:t>
                                </m:r>
                              </m:sup>
                            </m:sSubSup>
                            <m:r>
                              <a:rPr lang="de-DE" sz="2400" b="0" i="1" smtClean="0">
                                <a:latin typeface="Cambria Math" panose="02040503050406030204" pitchFamily="18" charset="0"/>
                              </a:rPr>
                              <m:t>𝑅</m:t>
                            </m:r>
                            <m:sSub>
                              <m:sSubPr>
                                <m:ctrlPr>
                                  <a:rPr lang="de-DE" sz="2400" i="1">
                                    <a:latin typeface="Cambria Math" panose="02040503050406030204" pitchFamily="18" charset="0"/>
                                  </a:rPr>
                                </m:ctrlPr>
                              </m:sSubPr>
                              <m:e>
                                <m:r>
                                  <a:rPr lang="de-DE" sz="2400" b="0" i="1" smtClean="0">
                                    <a:latin typeface="Cambria Math" panose="02040503050406030204" pitchFamily="18" charset="0"/>
                                  </a:rPr>
                                  <m:t>𝑢</m:t>
                                </m:r>
                              </m:e>
                              <m:sub>
                                <m:r>
                                  <a:rPr lang="de-DE" sz="2400" i="1">
                                    <a:latin typeface="Cambria Math" panose="02040503050406030204" pitchFamily="18" charset="0"/>
                                  </a:rPr>
                                  <m:t>𝑘</m:t>
                                </m:r>
                              </m:sub>
                            </m:sSub>
                          </m:e>
                        </m:d>
                      </m:e>
                    </m:nary>
                    <m:r>
                      <a:rPr lang="de-DE" sz="2400" b="0" i="1" smtClean="0">
                        <a:latin typeface="Cambria Math" panose="02040503050406030204" pitchFamily="18" charset="0"/>
                      </a:rPr>
                      <m:t>+</m:t>
                    </m:r>
                    <m:sSubSup>
                      <m:sSubSupPr>
                        <m:ctrlPr>
                          <a:rPr lang="de-DE" sz="2400" i="1">
                            <a:latin typeface="Cambria Math" panose="02040503050406030204" pitchFamily="18" charset="0"/>
                          </a:rPr>
                        </m:ctrlPr>
                      </m:sSubSupPr>
                      <m:e>
                        <m:r>
                          <a:rPr lang="de-DE" sz="2400" i="1">
                            <a:latin typeface="Cambria Math" panose="02040503050406030204" pitchFamily="18" charset="0"/>
                          </a:rPr>
                          <m:t>𝑥</m:t>
                        </m:r>
                      </m:e>
                      <m:sub>
                        <m:r>
                          <a:rPr lang="de-DE" sz="2400" b="0" i="1" smtClean="0">
                            <a:latin typeface="Cambria Math" panose="02040503050406030204" pitchFamily="18" charset="0"/>
                          </a:rPr>
                          <m:t>𝑁</m:t>
                        </m:r>
                      </m:sub>
                      <m:sup>
                        <m:r>
                          <m:rPr>
                            <m:sty m:val="p"/>
                          </m:rPr>
                          <a:rPr lang="de-DE" sz="2400">
                            <a:latin typeface="Cambria Math" panose="02040503050406030204" pitchFamily="18" charset="0"/>
                          </a:rPr>
                          <m:t>T</m:t>
                        </m:r>
                      </m:sup>
                    </m:sSubSup>
                    <m:r>
                      <a:rPr lang="de-DE" sz="2400" b="0" i="1" smtClean="0">
                        <a:latin typeface="Cambria Math" panose="02040503050406030204" pitchFamily="18" charset="0"/>
                      </a:rPr>
                      <m:t>𝑃</m:t>
                    </m:r>
                    <m:sSub>
                      <m:sSubPr>
                        <m:ctrlPr>
                          <a:rPr lang="de-DE" sz="2400" i="1">
                            <a:latin typeface="Cambria Math" panose="02040503050406030204" pitchFamily="18" charset="0"/>
                          </a:rPr>
                        </m:ctrlPr>
                      </m:sSubPr>
                      <m:e>
                        <m:r>
                          <a:rPr lang="de-DE" sz="2400" i="1">
                            <a:latin typeface="Cambria Math" panose="02040503050406030204" pitchFamily="18" charset="0"/>
                          </a:rPr>
                          <m:t>𝑥</m:t>
                        </m:r>
                      </m:e>
                      <m:sub>
                        <m:r>
                          <a:rPr lang="de-DE" sz="2400" b="0" i="1" smtClean="0">
                            <a:latin typeface="Cambria Math" panose="02040503050406030204" pitchFamily="18" charset="0"/>
                          </a:rPr>
                          <m:t>𝑁</m:t>
                        </m:r>
                      </m:sub>
                    </m:sSub>
                  </m:oMath>
                </a14:m>
                <a:endParaRPr lang="de-DE" sz="2400" dirty="0"/>
              </a:p>
            </p:txBody>
          </p:sp>
        </mc:Choice>
        <mc:Fallback>
          <p:sp>
            <p:nvSpPr>
              <p:cNvPr id="6" name="Textfeld 5">
                <a:extLst>
                  <a:ext uri="{FF2B5EF4-FFF2-40B4-BE49-F238E27FC236}">
                    <a16:creationId xmlns:a16="http://schemas.microsoft.com/office/drawing/2014/main" id="{78FCE04D-A21E-2B22-FE16-A628ED9975E0}"/>
                  </a:ext>
                </a:extLst>
              </p:cNvPr>
              <p:cNvSpPr txBox="1">
                <a:spLocks noRot="1" noChangeAspect="1" noMove="1" noResize="1" noEditPoints="1" noAdjustHandles="1" noChangeArrowheads="1" noChangeShapeType="1" noTextEdit="1"/>
              </p:cNvSpPr>
              <p:nvPr/>
            </p:nvSpPr>
            <p:spPr>
              <a:xfrm>
                <a:off x="838200" y="2045864"/>
                <a:ext cx="9583615" cy="509178"/>
              </a:xfrm>
              <a:prstGeom prst="rect">
                <a:avLst/>
              </a:prstGeom>
              <a:blipFill>
                <a:blip r:embed="rId3"/>
                <a:stretch>
                  <a:fillRect l="-925" t="-104762" b="-164286"/>
                </a:stretch>
              </a:blipFill>
              <a:ln>
                <a:solidFill>
                  <a:schemeClr val="tx1"/>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9" name="Textfeld 8">
                <a:extLst>
                  <a:ext uri="{FF2B5EF4-FFF2-40B4-BE49-F238E27FC236}">
                    <a16:creationId xmlns:a16="http://schemas.microsoft.com/office/drawing/2014/main" id="{EE1E28C5-8D2E-EF0E-C922-443B46E6BA0A}"/>
                  </a:ext>
                </a:extLst>
              </p:cNvPr>
              <p:cNvSpPr txBox="1"/>
              <p:nvPr/>
            </p:nvSpPr>
            <p:spPr>
              <a:xfrm>
                <a:off x="193039" y="4590553"/>
                <a:ext cx="4314741" cy="1446550"/>
              </a:xfrm>
              <a:prstGeom prst="rect">
                <a:avLst/>
              </a:prstGeom>
              <a:noFill/>
            </p:spPr>
            <p:txBody>
              <a:bodyPr wrap="square">
                <a:spAutoFit/>
              </a:bodyPr>
              <a:lstStyle/>
              <a:p>
                <a:pPr>
                  <a:buNone/>
                </a:pPr>
                <a:r>
                  <a:rPr lang="de-DE" sz="2200" dirty="0"/>
                  <a:t>Subject </a:t>
                </a:r>
                <a:r>
                  <a:rPr lang="de-DE" sz="2200" dirty="0" err="1"/>
                  <a:t>to</a:t>
                </a:r>
                <a:r>
                  <a:rPr lang="de-DE" sz="2200" dirty="0"/>
                  <a:t> </a:t>
                </a:r>
                <a:r>
                  <a:rPr lang="de-DE" sz="2200" dirty="0" err="1"/>
                  <a:t>constraints</a:t>
                </a:r>
                <a:r>
                  <a:rPr lang="de-DE" sz="2200" dirty="0"/>
                  <a:t>:</a:t>
                </a:r>
              </a:p>
              <a:p>
                <a:pPr marL="285750" indent="-285750">
                  <a:buFont typeface="Arial" panose="020B0604020202020204" pitchFamily="34" charset="0"/>
                  <a:buChar char="•"/>
                </a:pPr>
                <a:r>
                  <a:rPr lang="de-DE" sz="2200" dirty="0" err="1"/>
                  <a:t>dynamics</a:t>
                </a:r>
                <a:r>
                  <a:rPr lang="de-DE" sz="2200" dirty="0"/>
                  <a:t>: </a:t>
                </a:r>
                <a14:m>
                  <m:oMath xmlns:m="http://schemas.openxmlformats.org/officeDocument/2006/math">
                    <m:sSub>
                      <m:sSubPr>
                        <m:ctrlPr>
                          <a:rPr lang="de-DE" sz="2200" i="1" smtClean="0">
                            <a:latin typeface="Cambria Math" panose="02040503050406030204" pitchFamily="18" charset="0"/>
                          </a:rPr>
                        </m:ctrlPr>
                      </m:sSubPr>
                      <m:e>
                        <m:r>
                          <a:rPr lang="de-DE" sz="2200" b="0" i="1" smtClean="0">
                            <a:latin typeface="Cambria Math" panose="02040503050406030204" pitchFamily="18" charset="0"/>
                          </a:rPr>
                          <m:t>𝑥</m:t>
                        </m:r>
                      </m:e>
                      <m:sub>
                        <m:r>
                          <a:rPr lang="de-DE" sz="2200" i="1">
                            <a:latin typeface="Cambria Math" panose="02040503050406030204" pitchFamily="18" charset="0"/>
                          </a:rPr>
                          <m:t>𝑘</m:t>
                        </m:r>
                        <m:r>
                          <a:rPr lang="de-DE" sz="2200" i="1">
                            <a:latin typeface="Cambria Math" panose="02040503050406030204" pitchFamily="18" charset="0"/>
                          </a:rPr>
                          <m:t>+1</m:t>
                        </m:r>
                      </m:sub>
                    </m:sSub>
                    <m:r>
                      <a:rPr lang="de-DE" sz="2200" i="1">
                        <a:latin typeface="Cambria Math" panose="02040503050406030204" pitchFamily="18" charset="0"/>
                      </a:rPr>
                      <m:t>=</m:t>
                    </m:r>
                    <m:r>
                      <a:rPr lang="de-DE" sz="2200" b="0" i="1" smtClean="0">
                        <a:latin typeface="Cambria Math" panose="02040503050406030204" pitchFamily="18" charset="0"/>
                      </a:rPr>
                      <m:t>𝐴</m:t>
                    </m:r>
                    <m:r>
                      <a:rPr lang="de-DE" sz="2200" i="1">
                        <a:latin typeface="Cambria Math" panose="02040503050406030204" pitchFamily="18" charset="0"/>
                      </a:rPr>
                      <m:t> </m:t>
                    </m:r>
                    <m:sSub>
                      <m:sSubPr>
                        <m:ctrlPr>
                          <a:rPr lang="de-DE" sz="2200" i="1" smtClean="0">
                            <a:latin typeface="Cambria Math" panose="02040503050406030204" pitchFamily="18" charset="0"/>
                          </a:rPr>
                        </m:ctrlPr>
                      </m:sSubPr>
                      <m:e>
                        <m:r>
                          <a:rPr lang="de-DE" sz="2200" b="0" i="1" smtClean="0">
                            <a:latin typeface="Cambria Math" panose="02040503050406030204" pitchFamily="18" charset="0"/>
                          </a:rPr>
                          <m:t>𝑥</m:t>
                        </m:r>
                      </m:e>
                      <m:sub>
                        <m:r>
                          <a:rPr lang="de-DE" sz="2200" b="0" i="1" smtClean="0">
                            <a:latin typeface="Cambria Math" panose="02040503050406030204" pitchFamily="18" charset="0"/>
                          </a:rPr>
                          <m:t>𝑘</m:t>
                        </m:r>
                      </m:sub>
                    </m:sSub>
                    <m:r>
                      <a:rPr lang="de-DE" sz="2200" i="1">
                        <a:latin typeface="Cambria Math" panose="02040503050406030204" pitchFamily="18" charset="0"/>
                      </a:rPr>
                      <m:t>+</m:t>
                    </m:r>
                    <m:r>
                      <a:rPr lang="de-DE" sz="2200" b="0" i="1" smtClean="0">
                        <a:latin typeface="Cambria Math" panose="02040503050406030204" pitchFamily="18" charset="0"/>
                      </a:rPr>
                      <m:t>𝐵</m:t>
                    </m:r>
                    <m:r>
                      <a:rPr lang="de-DE" sz="2200" i="1">
                        <a:latin typeface="Cambria Math" panose="02040503050406030204" pitchFamily="18" charset="0"/>
                      </a:rPr>
                      <m:t> </m:t>
                    </m:r>
                    <m:sSub>
                      <m:sSubPr>
                        <m:ctrlPr>
                          <a:rPr lang="de-DE" sz="2200" i="1" smtClean="0">
                            <a:latin typeface="Cambria Math" panose="02040503050406030204" pitchFamily="18" charset="0"/>
                          </a:rPr>
                        </m:ctrlPr>
                      </m:sSubPr>
                      <m:e>
                        <m:r>
                          <a:rPr lang="de-DE" sz="2200" b="0" i="1" smtClean="0">
                            <a:latin typeface="Cambria Math" panose="02040503050406030204" pitchFamily="18" charset="0"/>
                          </a:rPr>
                          <m:t>𝑢</m:t>
                        </m:r>
                      </m:e>
                      <m:sub>
                        <m:r>
                          <a:rPr lang="de-DE" sz="2200" b="0" i="1" smtClean="0">
                            <a:latin typeface="Cambria Math" panose="02040503050406030204" pitchFamily="18" charset="0"/>
                          </a:rPr>
                          <m:t>𝑘</m:t>
                        </m:r>
                      </m:sub>
                    </m:sSub>
                  </m:oMath>
                </a14:m>
                <a:endParaRPr lang="de-DE" sz="2200" dirty="0"/>
              </a:p>
              <a:p>
                <a:pPr marL="285750" indent="-285750">
                  <a:buFont typeface="Arial" panose="020B0604020202020204" pitchFamily="34" charset="0"/>
                  <a:buChar char="•"/>
                </a:pPr>
                <a:r>
                  <a:rPr lang="de-DE" sz="2200" dirty="0"/>
                  <a:t>input </a:t>
                </a:r>
                <a:r>
                  <a:rPr lang="de-DE" sz="2200" dirty="0" err="1"/>
                  <a:t>limits</a:t>
                </a:r>
                <a:r>
                  <a:rPr lang="de-DE" sz="2200" dirty="0"/>
                  <a:t>: </a:t>
                </a:r>
                <a14:m>
                  <m:oMath xmlns:m="http://schemas.openxmlformats.org/officeDocument/2006/math">
                    <m:sSub>
                      <m:sSubPr>
                        <m:ctrlPr>
                          <a:rPr lang="de-DE" sz="2200" i="1" smtClean="0">
                            <a:latin typeface="Cambria Math" panose="02040503050406030204" pitchFamily="18" charset="0"/>
                          </a:rPr>
                        </m:ctrlPr>
                      </m:sSubPr>
                      <m:e>
                        <m:r>
                          <a:rPr lang="de-DE" sz="2200" b="0" i="1" smtClean="0">
                            <a:latin typeface="Cambria Math" panose="02040503050406030204" pitchFamily="18" charset="0"/>
                          </a:rPr>
                          <m:t>𝑢</m:t>
                        </m:r>
                      </m:e>
                      <m:sub>
                        <m:r>
                          <m:rPr>
                            <m:sty m:val="p"/>
                          </m:rPr>
                          <a:rPr lang="de-DE" sz="2200" b="0" i="0" smtClean="0">
                            <a:latin typeface="Cambria Math" panose="02040503050406030204" pitchFamily="18" charset="0"/>
                          </a:rPr>
                          <m:t>min</m:t>
                        </m:r>
                      </m:sub>
                    </m:sSub>
                    <m:r>
                      <a:rPr lang="de-DE" sz="2200" i="1" smtClean="0">
                        <a:latin typeface="Cambria Math" panose="02040503050406030204" pitchFamily="18" charset="0"/>
                        <a:ea typeface="Cambria Math" panose="02040503050406030204" pitchFamily="18" charset="0"/>
                      </a:rPr>
                      <m:t>≤</m:t>
                    </m:r>
                    <m:sSub>
                      <m:sSubPr>
                        <m:ctrlPr>
                          <a:rPr lang="de-DE" sz="2200" i="1" smtClean="0">
                            <a:latin typeface="Cambria Math" panose="02040503050406030204" pitchFamily="18" charset="0"/>
                            <a:ea typeface="Cambria Math" panose="02040503050406030204" pitchFamily="18" charset="0"/>
                          </a:rPr>
                        </m:ctrlPr>
                      </m:sSubPr>
                      <m:e>
                        <m:r>
                          <a:rPr lang="de-DE" sz="2200" b="0" i="1" smtClean="0">
                            <a:latin typeface="Cambria Math" panose="02040503050406030204" pitchFamily="18" charset="0"/>
                            <a:ea typeface="Cambria Math" panose="02040503050406030204" pitchFamily="18" charset="0"/>
                          </a:rPr>
                          <m:t>𝑢</m:t>
                        </m:r>
                      </m:e>
                      <m:sub>
                        <m:r>
                          <a:rPr lang="de-DE" sz="2200" b="0" i="1" smtClean="0">
                            <a:latin typeface="Cambria Math" panose="02040503050406030204" pitchFamily="18" charset="0"/>
                            <a:ea typeface="Cambria Math" panose="02040503050406030204" pitchFamily="18" charset="0"/>
                          </a:rPr>
                          <m:t>𝑘</m:t>
                        </m:r>
                      </m:sub>
                    </m:sSub>
                    <m:r>
                      <a:rPr lang="de-DE" sz="2200" i="1" smtClean="0">
                        <a:latin typeface="Cambria Math" panose="02040503050406030204" pitchFamily="18" charset="0"/>
                        <a:ea typeface="Cambria Math" panose="02040503050406030204" pitchFamily="18" charset="0"/>
                      </a:rPr>
                      <m:t>≤</m:t>
                    </m:r>
                    <m:sSub>
                      <m:sSubPr>
                        <m:ctrlPr>
                          <a:rPr lang="de-DE" sz="2200" i="1">
                            <a:latin typeface="Cambria Math" panose="02040503050406030204" pitchFamily="18" charset="0"/>
                          </a:rPr>
                        </m:ctrlPr>
                      </m:sSubPr>
                      <m:e>
                        <m:r>
                          <a:rPr lang="de-DE" sz="2200" i="1">
                            <a:latin typeface="Cambria Math" panose="02040503050406030204" pitchFamily="18" charset="0"/>
                          </a:rPr>
                          <m:t>𝑢</m:t>
                        </m:r>
                      </m:e>
                      <m:sub>
                        <m:r>
                          <m:rPr>
                            <m:sty m:val="p"/>
                          </m:rPr>
                          <a:rPr lang="de-DE" sz="2200" i="0">
                            <a:latin typeface="Cambria Math" panose="02040503050406030204" pitchFamily="18" charset="0"/>
                          </a:rPr>
                          <m:t>m</m:t>
                        </m:r>
                        <m:r>
                          <m:rPr>
                            <m:sty m:val="p"/>
                          </m:rPr>
                          <a:rPr lang="de-DE" sz="2200" b="0" i="0" smtClean="0">
                            <a:latin typeface="Cambria Math" panose="02040503050406030204" pitchFamily="18" charset="0"/>
                          </a:rPr>
                          <m:t>ax</m:t>
                        </m:r>
                      </m:sub>
                    </m:sSub>
                  </m:oMath>
                </a14:m>
                <a:endParaRPr lang="de-DE" sz="2200" dirty="0"/>
              </a:p>
              <a:p>
                <a:pPr marL="285750" indent="-285750">
                  <a:buFont typeface="Arial" panose="020B0604020202020204" pitchFamily="34" charset="0"/>
                  <a:buChar char="•"/>
                </a:pPr>
                <a:r>
                  <a:rPr lang="de-DE" sz="2200" dirty="0" err="1"/>
                  <a:t>state</a:t>
                </a:r>
                <a:r>
                  <a:rPr lang="de-DE" sz="2200" dirty="0"/>
                  <a:t> </a:t>
                </a:r>
                <a:r>
                  <a:rPr lang="de-DE" sz="2200" dirty="0" err="1"/>
                  <a:t>limits</a:t>
                </a:r>
                <a:r>
                  <a:rPr lang="de-DE" sz="2200" dirty="0"/>
                  <a:t>: </a:t>
                </a:r>
                <a14:m>
                  <m:oMath xmlns:m="http://schemas.openxmlformats.org/officeDocument/2006/math">
                    <m:sSub>
                      <m:sSubPr>
                        <m:ctrlPr>
                          <a:rPr lang="de-DE" sz="2200" i="1">
                            <a:latin typeface="Cambria Math" panose="02040503050406030204" pitchFamily="18" charset="0"/>
                          </a:rPr>
                        </m:ctrlPr>
                      </m:sSubPr>
                      <m:e>
                        <m:r>
                          <a:rPr lang="de-DE" sz="2200" b="0" i="1" smtClean="0">
                            <a:latin typeface="Cambria Math" panose="02040503050406030204" pitchFamily="18" charset="0"/>
                          </a:rPr>
                          <m:t>𝑥</m:t>
                        </m:r>
                      </m:e>
                      <m:sub>
                        <m:r>
                          <m:rPr>
                            <m:sty m:val="p"/>
                          </m:rPr>
                          <a:rPr lang="de-DE" sz="2200">
                            <a:latin typeface="Cambria Math" panose="02040503050406030204" pitchFamily="18" charset="0"/>
                          </a:rPr>
                          <m:t>min</m:t>
                        </m:r>
                      </m:sub>
                    </m:sSub>
                    <m:r>
                      <a:rPr lang="de-DE" sz="2200" i="1">
                        <a:latin typeface="Cambria Math" panose="02040503050406030204" pitchFamily="18" charset="0"/>
                        <a:ea typeface="Cambria Math" panose="02040503050406030204" pitchFamily="18" charset="0"/>
                      </a:rPr>
                      <m:t>≤</m:t>
                    </m:r>
                    <m:sSub>
                      <m:sSubPr>
                        <m:ctrlPr>
                          <a:rPr lang="de-DE" sz="2200" i="1">
                            <a:latin typeface="Cambria Math" panose="02040503050406030204" pitchFamily="18" charset="0"/>
                            <a:ea typeface="Cambria Math" panose="02040503050406030204" pitchFamily="18" charset="0"/>
                          </a:rPr>
                        </m:ctrlPr>
                      </m:sSubPr>
                      <m:e>
                        <m:r>
                          <a:rPr lang="de-DE" sz="2200" b="0" i="1" smtClean="0">
                            <a:latin typeface="Cambria Math" panose="02040503050406030204" pitchFamily="18" charset="0"/>
                            <a:ea typeface="Cambria Math" panose="02040503050406030204" pitchFamily="18" charset="0"/>
                          </a:rPr>
                          <m:t>𝑥</m:t>
                        </m:r>
                      </m:e>
                      <m:sub>
                        <m:r>
                          <a:rPr lang="de-DE" sz="2200" i="1">
                            <a:latin typeface="Cambria Math" panose="02040503050406030204" pitchFamily="18" charset="0"/>
                            <a:ea typeface="Cambria Math" panose="02040503050406030204" pitchFamily="18" charset="0"/>
                          </a:rPr>
                          <m:t>𝑘</m:t>
                        </m:r>
                      </m:sub>
                    </m:sSub>
                    <m:r>
                      <a:rPr lang="de-DE" sz="2200" i="1">
                        <a:latin typeface="Cambria Math" panose="02040503050406030204" pitchFamily="18" charset="0"/>
                        <a:ea typeface="Cambria Math" panose="02040503050406030204" pitchFamily="18" charset="0"/>
                      </a:rPr>
                      <m:t>≤</m:t>
                    </m:r>
                    <m:sSub>
                      <m:sSubPr>
                        <m:ctrlPr>
                          <a:rPr lang="de-DE" sz="2200" i="1">
                            <a:latin typeface="Cambria Math" panose="02040503050406030204" pitchFamily="18" charset="0"/>
                          </a:rPr>
                        </m:ctrlPr>
                      </m:sSubPr>
                      <m:e>
                        <m:r>
                          <a:rPr lang="de-DE" sz="2200" b="0" i="1" smtClean="0">
                            <a:latin typeface="Cambria Math" panose="02040503050406030204" pitchFamily="18" charset="0"/>
                          </a:rPr>
                          <m:t>𝑥</m:t>
                        </m:r>
                      </m:e>
                      <m:sub>
                        <m:r>
                          <m:rPr>
                            <m:sty m:val="p"/>
                          </m:rPr>
                          <a:rPr lang="de-DE" sz="2200">
                            <a:latin typeface="Cambria Math" panose="02040503050406030204" pitchFamily="18" charset="0"/>
                          </a:rPr>
                          <m:t>max</m:t>
                        </m:r>
                      </m:sub>
                    </m:sSub>
                  </m:oMath>
                </a14:m>
                <a:endParaRPr lang="de-DE" sz="2200" dirty="0"/>
              </a:p>
            </p:txBody>
          </p:sp>
        </mc:Choice>
        <mc:Fallback xmlns="">
          <p:sp>
            <p:nvSpPr>
              <p:cNvPr id="9" name="Textfeld 8">
                <a:extLst>
                  <a:ext uri="{FF2B5EF4-FFF2-40B4-BE49-F238E27FC236}">
                    <a16:creationId xmlns:a16="http://schemas.microsoft.com/office/drawing/2014/main" id="{EE1E28C5-8D2E-EF0E-C922-443B46E6BA0A}"/>
                  </a:ext>
                </a:extLst>
              </p:cNvPr>
              <p:cNvSpPr txBox="1">
                <a:spLocks noRot="1" noChangeAspect="1" noMove="1" noResize="1" noEditPoints="1" noAdjustHandles="1" noChangeArrowheads="1" noChangeShapeType="1" noTextEdit="1"/>
              </p:cNvSpPr>
              <p:nvPr/>
            </p:nvSpPr>
            <p:spPr>
              <a:xfrm>
                <a:off x="193039" y="4590553"/>
                <a:ext cx="4314741" cy="1446550"/>
              </a:xfrm>
              <a:prstGeom prst="rect">
                <a:avLst/>
              </a:prstGeom>
              <a:blipFill>
                <a:blip r:embed="rId4"/>
                <a:stretch>
                  <a:fillRect l="-1765" t="-2609" b="-7826"/>
                </a:stretch>
              </a:blipFill>
            </p:spPr>
            <p:txBody>
              <a:bodyPr/>
              <a:lstStyle/>
              <a:p>
                <a:r>
                  <a:rPr lang="de-DE">
                    <a:noFill/>
                  </a:rPr>
                  <a:t> </a:t>
                </a:r>
              </a:p>
            </p:txBody>
          </p:sp>
        </mc:Fallback>
      </mc:AlternateContent>
      <p:sp>
        <p:nvSpPr>
          <p:cNvPr id="10" name="Textfeld 9">
            <a:extLst>
              <a:ext uri="{FF2B5EF4-FFF2-40B4-BE49-F238E27FC236}">
                <a16:creationId xmlns:a16="http://schemas.microsoft.com/office/drawing/2014/main" id="{53EF03C1-EB69-B1B5-6EED-F0B02A888F72}"/>
              </a:ext>
            </a:extLst>
          </p:cNvPr>
          <p:cNvSpPr txBox="1"/>
          <p:nvPr/>
        </p:nvSpPr>
        <p:spPr>
          <a:xfrm>
            <a:off x="9157610" y="1321356"/>
            <a:ext cx="1517788" cy="369332"/>
          </a:xfrm>
          <a:prstGeom prst="rect">
            <a:avLst/>
          </a:prstGeom>
          <a:noFill/>
        </p:spPr>
        <p:txBody>
          <a:bodyPr wrap="none" rtlCol="0">
            <a:spAutoFit/>
          </a:bodyPr>
          <a:lstStyle/>
          <a:p>
            <a:r>
              <a:rPr lang="de-DE" dirty="0"/>
              <a:t>Terminal </a:t>
            </a:r>
            <a:r>
              <a:rPr lang="de-DE" dirty="0" err="1"/>
              <a:t>cost</a:t>
            </a:r>
            <a:endParaRPr lang="de-DE" dirty="0"/>
          </a:p>
        </p:txBody>
      </p:sp>
      <p:sp>
        <p:nvSpPr>
          <p:cNvPr id="11" name="Geschweifte Klammer links 10">
            <a:extLst>
              <a:ext uri="{FF2B5EF4-FFF2-40B4-BE49-F238E27FC236}">
                <a16:creationId xmlns:a16="http://schemas.microsoft.com/office/drawing/2014/main" id="{7B9046D3-4665-4A65-422A-4C73E8B3F1F5}"/>
              </a:ext>
            </a:extLst>
          </p:cNvPr>
          <p:cNvSpPr/>
          <p:nvPr/>
        </p:nvSpPr>
        <p:spPr>
          <a:xfrm rot="5400000">
            <a:off x="9763449" y="1309391"/>
            <a:ext cx="187973" cy="950568"/>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de-DE"/>
          </a:p>
        </p:txBody>
      </p:sp>
      <p:sp>
        <p:nvSpPr>
          <p:cNvPr id="12" name="Textfeld 11">
            <a:extLst>
              <a:ext uri="{FF2B5EF4-FFF2-40B4-BE49-F238E27FC236}">
                <a16:creationId xmlns:a16="http://schemas.microsoft.com/office/drawing/2014/main" id="{03CDD767-39B6-54A3-C32E-C09770D02DE9}"/>
              </a:ext>
            </a:extLst>
          </p:cNvPr>
          <p:cNvSpPr txBox="1"/>
          <p:nvPr/>
        </p:nvSpPr>
        <p:spPr>
          <a:xfrm>
            <a:off x="193039" y="2910218"/>
            <a:ext cx="4043682" cy="923330"/>
          </a:xfrm>
          <a:prstGeom prst="rect">
            <a:avLst/>
          </a:prstGeom>
          <a:noFill/>
        </p:spPr>
        <p:txBody>
          <a:bodyPr wrap="square" rtlCol="0">
            <a:spAutoFit/>
          </a:bodyPr>
          <a:lstStyle/>
          <a:p>
            <a:r>
              <a:rPr lang="de-DE" dirty="0"/>
              <a:t>Not </a:t>
            </a:r>
            <a:r>
              <a:rPr lang="de-DE" dirty="0" err="1"/>
              <a:t>restricted</a:t>
            </a:r>
            <a:r>
              <a:rPr lang="de-DE" dirty="0"/>
              <a:t> </a:t>
            </a:r>
            <a:r>
              <a:rPr lang="de-DE" dirty="0" err="1"/>
              <a:t>to</a:t>
            </a:r>
            <a:r>
              <a:rPr lang="de-DE" dirty="0"/>
              <a:t> linear </a:t>
            </a:r>
            <a:r>
              <a:rPr lang="de-DE" dirty="0" err="1"/>
              <a:t>dynamics</a:t>
            </a:r>
            <a:r>
              <a:rPr lang="de-DE" dirty="0"/>
              <a:t> + </a:t>
            </a:r>
            <a:r>
              <a:rPr lang="de-DE" dirty="0" err="1"/>
              <a:t>quadratic</a:t>
            </a:r>
            <a:r>
              <a:rPr lang="de-DE" dirty="0"/>
              <a:t> </a:t>
            </a:r>
            <a:r>
              <a:rPr lang="de-DE" dirty="0" err="1"/>
              <a:t>cost</a:t>
            </a:r>
            <a:r>
              <a:rPr lang="de-DE" dirty="0"/>
              <a:t> </a:t>
            </a:r>
            <a:r>
              <a:rPr lang="de-DE" dirty="0">
                <a:sym typeface="Wingdings" pitchFamily="2" charset="2"/>
              </a:rPr>
              <a:t> </a:t>
            </a:r>
            <a:r>
              <a:rPr lang="de-DE" dirty="0" err="1">
                <a:sym typeface="Wingdings" pitchFamily="2" charset="2"/>
              </a:rPr>
              <a:t>can</a:t>
            </a:r>
            <a:r>
              <a:rPr lang="de-DE" dirty="0">
                <a:sym typeface="Wingdings" pitchFamily="2" charset="2"/>
              </a:rPr>
              <a:t> </a:t>
            </a:r>
            <a:r>
              <a:rPr lang="de-DE" dirty="0" err="1">
                <a:sym typeface="Wingdings" pitchFamily="2" charset="2"/>
              </a:rPr>
              <a:t>be</a:t>
            </a:r>
            <a:r>
              <a:rPr lang="de-DE" dirty="0">
                <a:sym typeface="Wingdings" pitchFamily="2" charset="2"/>
              </a:rPr>
              <a:t> </a:t>
            </a:r>
            <a:r>
              <a:rPr lang="de-DE" dirty="0" err="1">
                <a:sym typeface="Wingdings" pitchFamily="2" charset="2"/>
              </a:rPr>
              <a:t>any</a:t>
            </a:r>
            <a:r>
              <a:rPr lang="de-DE" dirty="0">
                <a:sym typeface="Wingdings" pitchFamily="2" charset="2"/>
              </a:rPr>
              <a:t> </a:t>
            </a:r>
            <a:r>
              <a:rPr lang="de-DE" dirty="0" err="1">
                <a:sym typeface="Wingdings" pitchFamily="2" charset="2"/>
              </a:rPr>
              <a:t>cost</a:t>
            </a:r>
            <a:r>
              <a:rPr lang="de-DE" dirty="0">
                <a:sym typeface="Wingdings" pitchFamily="2" charset="2"/>
              </a:rPr>
              <a:t> </a:t>
            </a:r>
            <a:r>
              <a:rPr lang="de-DE" dirty="0" err="1">
                <a:sym typeface="Wingdings" pitchFamily="2" charset="2"/>
              </a:rPr>
              <a:t>function</a:t>
            </a:r>
            <a:r>
              <a:rPr lang="de-DE" dirty="0">
                <a:sym typeface="Wingdings" pitchFamily="2" charset="2"/>
              </a:rPr>
              <a:t> </a:t>
            </a:r>
            <a:r>
              <a:rPr lang="de-DE" dirty="0" err="1">
                <a:sym typeface="Wingdings" pitchFamily="2" charset="2"/>
              </a:rPr>
              <a:t>reflecting</a:t>
            </a:r>
            <a:r>
              <a:rPr lang="de-DE" dirty="0">
                <a:sym typeface="Wingdings" pitchFamily="2" charset="2"/>
              </a:rPr>
              <a:t> </a:t>
            </a:r>
            <a:r>
              <a:rPr lang="de-DE" dirty="0" err="1">
                <a:sym typeface="Wingdings" pitchFamily="2" charset="2"/>
              </a:rPr>
              <a:t>the</a:t>
            </a:r>
            <a:r>
              <a:rPr lang="de-DE" dirty="0">
                <a:sym typeface="Wingdings" pitchFamily="2" charset="2"/>
              </a:rPr>
              <a:t> </a:t>
            </a:r>
            <a:r>
              <a:rPr lang="de-DE" dirty="0" err="1">
                <a:sym typeface="Wingdings" pitchFamily="2" charset="2"/>
              </a:rPr>
              <a:t>control</a:t>
            </a:r>
            <a:r>
              <a:rPr lang="de-DE" dirty="0">
                <a:sym typeface="Wingdings" pitchFamily="2" charset="2"/>
              </a:rPr>
              <a:t> </a:t>
            </a:r>
            <a:r>
              <a:rPr lang="de-DE" dirty="0" err="1">
                <a:sym typeface="Wingdings" pitchFamily="2" charset="2"/>
              </a:rPr>
              <a:t>objective</a:t>
            </a:r>
            <a:r>
              <a:rPr lang="de-DE" dirty="0">
                <a:sym typeface="Wingdings" pitchFamily="2" charset="2"/>
              </a:rPr>
              <a:t> </a:t>
            </a:r>
            <a:endParaRPr lang="de-DE" dirty="0"/>
          </a:p>
        </p:txBody>
      </p:sp>
    </p:spTree>
    <p:extLst>
      <p:ext uri="{BB962C8B-B14F-4D97-AF65-F5344CB8AC3E}">
        <p14:creationId xmlns:p14="http://schemas.microsoft.com/office/powerpoint/2010/main" val="1497188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4DFDBF-813A-1132-0E3A-8751FFA5FEF8}"/>
              </a:ext>
            </a:extLst>
          </p:cNvPr>
          <p:cNvSpPr>
            <a:spLocks noGrp="1"/>
          </p:cNvSpPr>
          <p:nvPr>
            <p:ph type="title"/>
          </p:nvPr>
        </p:nvSpPr>
        <p:spPr/>
        <p:txBody>
          <a:bodyPr/>
          <a:lstStyle/>
          <a:p>
            <a:r>
              <a:rPr lang="de-DE" dirty="0"/>
              <a:t>Constraint Handling in MPC</a:t>
            </a:r>
          </a:p>
        </p:txBody>
      </p:sp>
      <p:sp>
        <p:nvSpPr>
          <p:cNvPr id="3" name="Inhaltsplatzhalter 2">
            <a:extLst>
              <a:ext uri="{FF2B5EF4-FFF2-40B4-BE49-F238E27FC236}">
                <a16:creationId xmlns:a16="http://schemas.microsoft.com/office/drawing/2014/main" id="{2253C056-BCC0-9E97-21AB-F7D42DA5C071}"/>
              </a:ext>
            </a:extLst>
          </p:cNvPr>
          <p:cNvSpPr>
            <a:spLocks noGrp="1"/>
          </p:cNvSpPr>
          <p:nvPr>
            <p:ph idx="1"/>
          </p:nvPr>
        </p:nvSpPr>
        <p:spPr/>
        <p:txBody>
          <a:bodyPr>
            <a:normAutofit/>
          </a:bodyPr>
          <a:lstStyle/>
          <a:p>
            <a:pPr marL="0" indent="0">
              <a:buNone/>
            </a:pPr>
            <a:r>
              <a:rPr lang="de-DE" dirty="0"/>
              <a:t>Constraints </a:t>
            </a:r>
            <a:r>
              <a:rPr lang="de-DE" dirty="0" err="1"/>
              <a:t>are</a:t>
            </a:r>
            <a:r>
              <a:rPr lang="de-DE" dirty="0"/>
              <a:t> </a:t>
            </a:r>
            <a:r>
              <a:rPr lang="de-DE" dirty="0" err="1"/>
              <a:t>explicitly</a:t>
            </a:r>
            <a:r>
              <a:rPr lang="de-DE" dirty="0"/>
              <a:t> </a:t>
            </a:r>
            <a:r>
              <a:rPr lang="de-DE" dirty="0" err="1"/>
              <a:t>included</a:t>
            </a:r>
            <a:r>
              <a:rPr lang="de-DE" dirty="0"/>
              <a:t> in </a:t>
            </a:r>
            <a:r>
              <a:rPr lang="de-DE" dirty="0" err="1"/>
              <a:t>the</a:t>
            </a:r>
            <a:r>
              <a:rPr lang="de-DE" dirty="0"/>
              <a:t> </a:t>
            </a:r>
            <a:r>
              <a:rPr lang="de-DE" dirty="0" err="1"/>
              <a:t>optimization</a:t>
            </a:r>
            <a:r>
              <a:rPr lang="de-DE" dirty="0"/>
              <a:t> </a:t>
            </a:r>
            <a:r>
              <a:rPr lang="de-DE" dirty="0" err="1"/>
              <a:t>problem</a:t>
            </a:r>
            <a:endParaRPr lang="de-DE" dirty="0"/>
          </a:p>
          <a:p>
            <a:pPr marL="0" indent="0">
              <a:buNone/>
            </a:pPr>
            <a:r>
              <a:rPr lang="de-DE" dirty="0">
                <a:sym typeface="Wingdings" pitchFamily="2" charset="2"/>
              </a:rPr>
              <a:t> </a:t>
            </a:r>
            <a:r>
              <a:rPr lang="de-DE" dirty="0" err="1">
                <a:sym typeface="Wingdings" pitchFamily="2" charset="2"/>
              </a:rPr>
              <a:t>O</a:t>
            </a:r>
            <a:r>
              <a:rPr lang="de-DE" dirty="0" err="1"/>
              <a:t>nly</a:t>
            </a:r>
            <a:r>
              <a:rPr lang="de-DE" dirty="0"/>
              <a:t> </a:t>
            </a:r>
            <a:r>
              <a:rPr lang="de-DE" dirty="0" err="1"/>
              <a:t>feasible</a:t>
            </a:r>
            <a:r>
              <a:rPr lang="de-DE" dirty="0"/>
              <a:t> </a:t>
            </a:r>
            <a:r>
              <a:rPr lang="de-DE" dirty="0" err="1"/>
              <a:t>control</a:t>
            </a:r>
            <a:r>
              <a:rPr lang="de-DE" dirty="0"/>
              <a:t> </a:t>
            </a:r>
            <a:r>
              <a:rPr lang="de-DE" dirty="0" err="1"/>
              <a:t>sequences</a:t>
            </a:r>
            <a:r>
              <a:rPr lang="de-DE" dirty="0"/>
              <a:t> </a:t>
            </a:r>
            <a:r>
              <a:rPr lang="de-DE" dirty="0" err="1"/>
              <a:t>are</a:t>
            </a:r>
            <a:r>
              <a:rPr lang="de-DE" dirty="0"/>
              <a:t> </a:t>
            </a:r>
            <a:r>
              <a:rPr lang="de-DE" dirty="0" err="1"/>
              <a:t>considered</a:t>
            </a:r>
            <a:endParaRPr lang="de-DE" dirty="0"/>
          </a:p>
          <a:p>
            <a:pPr marL="0" indent="0">
              <a:buNone/>
            </a:pPr>
            <a:endParaRPr lang="de-DE" b="1" dirty="0"/>
          </a:p>
          <a:p>
            <a:pPr marL="0" indent="0">
              <a:buNone/>
            </a:pPr>
            <a:r>
              <a:rPr lang="de-DE" dirty="0" err="1"/>
              <a:t>Types</a:t>
            </a:r>
            <a:r>
              <a:rPr lang="de-DE" dirty="0"/>
              <a:t> </a:t>
            </a:r>
            <a:r>
              <a:rPr lang="de-DE" dirty="0" err="1"/>
              <a:t>of</a:t>
            </a:r>
            <a:r>
              <a:rPr lang="de-DE" dirty="0"/>
              <a:t> </a:t>
            </a:r>
            <a:r>
              <a:rPr lang="de-DE" dirty="0" err="1"/>
              <a:t>constraints</a:t>
            </a:r>
            <a:r>
              <a:rPr lang="de-DE" dirty="0"/>
              <a:t>:</a:t>
            </a:r>
          </a:p>
          <a:p>
            <a:r>
              <a:rPr lang="de-DE" dirty="0"/>
              <a:t>Input </a:t>
            </a:r>
            <a:r>
              <a:rPr lang="de-DE" dirty="0" err="1"/>
              <a:t>constraints</a:t>
            </a:r>
            <a:r>
              <a:rPr lang="de-DE" dirty="0"/>
              <a:t>: </a:t>
            </a:r>
            <a:r>
              <a:rPr lang="de-DE" dirty="0" err="1"/>
              <a:t>actuator</a:t>
            </a:r>
            <a:r>
              <a:rPr lang="de-DE" dirty="0"/>
              <a:t> </a:t>
            </a:r>
            <a:r>
              <a:rPr lang="de-DE" dirty="0" err="1"/>
              <a:t>limits</a:t>
            </a:r>
            <a:r>
              <a:rPr lang="de-DE" dirty="0"/>
              <a:t> (e.g. </a:t>
            </a:r>
            <a:r>
              <a:rPr lang="de-DE" dirty="0" err="1"/>
              <a:t>max</a:t>
            </a:r>
            <a:r>
              <a:rPr lang="de-DE" dirty="0"/>
              <a:t> </a:t>
            </a:r>
            <a:r>
              <a:rPr lang="de-DE" dirty="0" err="1"/>
              <a:t>torque</a:t>
            </a:r>
            <a:r>
              <a:rPr lang="de-DE" dirty="0"/>
              <a:t>, </a:t>
            </a:r>
            <a:r>
              <a:rPr lang="de-DE" dirty="0" err="1"/>
              <a:t>saturation</a:t>
            </a:r>
            <a:r>
              <a:rPr lang="de-DE" dirty="0"/>
              <a:t>)</a:t>
            </a:r>
          </a:p>
          <a:p>
            <a:r>
              <a:rPr lang="de-DE" dirty="0"/>
              <a:t>State </a:t>
            </a:r>
            <a:r>
              <a:rPr lang="de-DE" dirty="0" err="1"/>
              <a:t>constraints</a:t>
            </a:r>
            <a:r>
              <a:rPr lang="de-DE" dirty="0"/>
              <a:t>: </a:t>
            </a:r>
            <a:r>
              <a:rPr lang="de-DE" dirty="0" err="1"/>
              <a:t>position</a:t>
            </a:r>
            <a:r>
              <a:rPr lang="de-DE" dirty="0"/>
              <a:t>, </a:t>
            </a:r>
            <a:r>
              <a:rPr lang="de-DE" dirty="0" err="1"/>
              <a:t>temperature</a:t>
            </a:r>
            <a:r>
              <a:rPr lang="de-DE" dirty="0"/>
              <a:t>, </a:t>
            </a:r>
            <a:r>
              <a:rPr lang="de-DE" dirty="0" err="1"/>
              <a:t>pressure</a:t>
            </a:r>
            <a:r>
              <a:rPr lang="de-DE" dirty="0"/>
              <a:t> </a:t>
            </a:r>
            <a:r>
              <a:rPr lang="de-DE" dirty="0" err="1"/>
              <a:t>limits</a:t>
            </a:r>
            <a:endParaRPr lang="de-DE" dirty="0"/>
          </a:p>
          <a:p>
            <a:r>
              <a:rPr lang="de-DE" dirty="0"/>
              <a:t>Rate </a:t>
            </a:r>
            <a:r>
              <a:rPr lang="de-DE" dirty="0" err="1"/>
              <a:t>constraints</a:t>
            </a:r>
            <a:r>
              <a:rPr lang="de-DE" dirty="0"/>
              <a:t>: </a:t>
            </a:r>
            <a:r>
              <a:rPr lang="de-DE" dirty="0" err="1"/>
              <a:t>limits</a:t>
            </a:r>
            <a:r>
              <a:rPr lang="de-DE" dirty="0"/>
              <a:t> on </a:t>
            </a:r>
            <a:r>
              <a:rPr lang="de-DE" dirty="0" err="1"/>
              <a:t>how</a:t>
            </a:r>
            <a:r>
              <a:rPr lang="de-DE" dirty="0"/>
              <a:t> fast </a:t>
            </a:r>
            <a:r>
              <a:rPr lang="de-DE" dirty="0" err="1"/>
              <a:t>inputs</a:t>
            </a:r>
            <a:r>
              <a:rPr lang="de-DE" dirty="0"/>
              <a:t> </a:t>
            </a:r>
            <a:r>
              <a:rPr lang="de-DE" dirty="0" err="1"/>
              <a:t>can</a:t>
            </a:r>
            <a:r>
              <a:rPr lang="de-DE" dirty="0"/>
              <a:t> </a:t>
            </a:r>
            <a:r>
              <a:rPr lang="de-DE" dirty="0" err="1"/>
              <a:t>change</a:t>
            </a:r>
            <a:endParaRPr lang="de-DE" dirty="0"/>
          </a:p>
        </p:txBody>
      </p:sp>
      <p:sp>
        <p:nvSpPr>
          <p:cNvPr id="4" name="Foliennummernplatzhalter 3">
            <a:extLst>
              <a:ext uri="{FF2B5EF4-FFF2-40B4-BE49-F238E27FC236}">
                <a16:creationId xmlns:a16="http://schemas.microsoft.com/office/drawing/2014/main" id="{C1019AA2-334A-E596-FA3A-5E3D5D16DCEE}"/>
              </a:ext>
            </a:extLst>
          </p:cNvPr>
          <p:cNvSpPr>
            <a:spLocks noGrp="1"/>
          </p:cNvSpPr>
          <p:nvPr>
            <p:ph type="sldNum" sz="quarter" idx="12"/>
          </p:nvPr>
        </p:nvSpPr>
        <p:spPr/>
        <p:txBody>
          <a:bodyPr/>
          <a:lstStyle/>
          <a:p>
            <a:fld id="{08C366F5-AFAD-49CB-854A-9D9E238FCA13}" type="slidenum">
              <a:rPr lang="en-GB" smtClean="0"/>
              <a:t>8</a:t>
            </a:fld>
            <a:endParaRPr lang="en-GB"/>
          </a:p>
        </p:txBody>
      </p:sp>
    </p:spTree>
    <p:extLst>
      <p:ext uri="{BB962C8B-B14F-4D97-AF65-F5344CB8AC3E}">
        <p14:creationId xmlns:p14="http://schemas.microsoft.com/office/powerpoint/2010/main" val="2041860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DDFF39A2-B50B-2386-C39E-DDC2AC6C9DB0}"/>
              </a:ext>
            </a:extLst>
          </p:cNvPr>
          <p:cNvSpPr>
            <a:spLocks noGrp="1"/>
          </p:cNvSpPr>
          <p:nvPr>
            <p:ph type="sldNum" sz="quarter" idx="12"/>
          </p:nvPr>
        </p:nvSpPr>
        <p:spPr/>
        <p:txBody>
          <a:bodyPr/>
          <a:lstStyle/>
          <a:p>
            <a:fld id="{08C366F5-AFAD-49CB-854A-9D9E238FCA13}" type="slidenum">
              <a:rPr lang="en-GB" smtClean="0"/>
              <a:t>9</a:t>
            </a:fld>
            <a:endParaRPr lang="en-GB"/>
          </a:p>
        </p:txBody>
      </p:sp>
      <p:pic>
        <p:nvPicPr>
          <p:cNvPr id="3074" name="Picture 2" descr="The control moves are planned over the control horizon (upper part of the figure) and the first move is applied. The outputs are predicted over the prediction horizon (and, in this case, compared to the reference signal).">
            <a:extLst>
              <a:ext uri="{FF2B5EF4-FFF2-40B4-BE49-F238E27FC236}">
                <a16:creationId xmlns:a16="http://schemas.microsoft.com/office/drawing/2014/main" id="{B9DBE2F6-A1C9-0ABD-A0A6-4B29720D25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0714" y="0"/>
            <a:ext cx="9230569" cy="5264309"/>
          </a:xfrm>
          <a:prstGeom prst="rect">
            <a:avLst/>
          </a:prstGeom>
          <a:noFill/>
          <a:extLst>
            <a:ext uri="{909E8E84-426E-40DD-AFC4-6F175D3DCCD1}">
              <a14:hiddenFill xmlns:a14="http://schemas.microsoft.com/office/drawing/2010/main">
                <a:solidFill>
                  <a:srgbClr val="FFFFFF"/>
                </a:solidFill>
              </a14:hiddenFill>
            </a:ext>
          </a:extLst>
        </p:spPr>
      </p:pic>
      <p:sp>
        <p:nvSpPr>
          <p:cNvPr id="4" name="Textfeld 3">
            <a:extLst>
              <a:ext uri="{FF2B5EF4-FFF2-40B4-BE49-F238E27FC236}">
                <a16:creationId xmlns:a16="http://schemas.microsoft.com/office/drawing/2014/main" id="{A325ABAE-E20E-A71C-152C-434FCE765603}"/>
              </a:ext>
            </a:extLst>
          </p:cNvPr>
          <p:cNvSpPr txBox="1"/>
          <p:nvPr/>
        </p:nvSpPr>
        <p:spPr>
          <a:xfrm>
            <a:off x="678179" y="5134918"/>
            <a:ext cx="10835640" cy="1323439"/>
          </a:xfrm>
          <a:prstGeom prst="rect">
            <a:avLst/>
          </a:prstGeom>
          <a:noFill/>
        </p:spPr>
        <p:txBody>
          <a:bodyPr wrap="square">
            <a:spAutoFit/>
          </a:bodyPr>
          <a:lstStyle/>
          <a:p>
            <a:pPr marL="0" indent="0">
              <a:buNone/>
            </a:pPr>
            <a:r>
              <a:rPr lang="de-DE" sz="2600" dirty="0" err="1"/>
              <a:t>Receding</a:t>
            </a:r>
            <a:r>
              <a:rPr lang="de-DE" sz="2600" dirty="0"/>
              <a:t> </a:t>
            </a:r>
            <a:r>
              <a:rPr lang="de-DE" sz="2600" dirty="0" err="1"/>
              <a:t>horizon</a:t>
            </a:r>
            <a:r>
              <a:rPr lang="de-DE" sz="2600" dirty="0"/>
              <a:t> </a:t>
            </a:r>
            <a:r>
              <a:rPr lang="de-DE" sz="2600" dirty="0" err="1"/>
              <a:t>principle</a:t>
            </a:r>
            <a:r>
              <a:rPr lang="de-DE" sz="2600" dirty="0"/>
              <a:t>: at </a:t>
            </a:r>
            <a:r>
              <a:rPr lang="de-DE" sz="2600" dirty="0" err="1"/>
              <a:t>each</a:t>
            </a:r>
            <a:r>
              <a:rPr lang="de-DE" sz="2600" dirty="0"/>
              <a:t> time </a:t>
            </a:r>
            <a:r>
              <a:rPr lang="de-DE" sz="2600" dirty="0" err="1"/>
              <a:t>step</a:t>
            </a:r>
            <a:r>
              <a:rPr lang="de-DE" sz="2600" dirty="0"/>
              <a:t>, </a:t>
            </a:r>
            <a:r>
              <a:rPr lang="de-DE" sz="2600" dirty="0" err="1"/>
              <a:t>apply</a:t>
            </a:r>
            <a:r>
              <a:rPr lang="de-DE" sz="2600" dirty="0"/>
              <a:t> </a:t>
            </a:r>
            <a:r>
              <a:rPr lang="de-DE" sz="2600" dirty="0" err="1"/>
              <a:t>only</a:t>
            </a:r>
            <a:r>
              <a:rPr lang="de-DE" sz="2600" dirty="0"/>
              <a:t> </a:t>
            </a:r>
            <a:r>
              <a:rPr lang="de-DE" sz="2600" dirty="0" err="1"/>
              <a:t>the</a:t>
            </a:r>
            <a:r>
              <a:rPr lang="de-DE" sz="2600" dirty="0"/>
              <a:t> </a:t>
            </a:r>
            <a:r>
              <a:rPr lang="de-DE" sz="2600" dirty="0" err="1"/>
              <a:t>first</a:t>
            </a:r>
            <a:r>
              <a:rPr lang="de-DE" sz="2600" dirty="0"/>
              <a:t> </a:t>
            </a:r>
            <a:r>
              <a:rPr lang="de-DE" sz="2600" dirty="0" err="1"/>
              <a:t>input</a:t>
            </a:r>
            <a:r>
              <a:rPr lang="de-DE" sz="2600" dirty="0"/>
              <a:t> </a:t>
            </a:r>
            <a:r>
              <a:rPr lang="de-DE" sz="2600" dirty="0" err="1"/>
              <a:t>of</a:t>
            </a:r>
            <a:r>
              <a:rPr lang="de-DE" sz="2600" dirty="0"/>
              <a:t> </a:t>
            </a:r>
            <a:r>
              <a:rPr lang="de-DE" sz="2600" dirty="0" err="1"/>
              <a:t>the</a:t>
            </a:r>
            <a:r>
              <a:rPr lang="de-DE" sz="2600" dirty="0"/>
              <a:t> </a:t>
            </a:r>
            <a:r>
              <a:rPr lang="de-DE" sz="2600" dirty="0" err="1"/>
              <a:t>chosen</a:t>
            </a:r>
            <a:r>
              <a:rPr lang="de-DE" sz="2600" dirty="0"/>
              <a:t> </a:t>
            </a:r>
            <a:r>
              <a:rPr lang="de-DE" sz="2600" dirty="0" err="1"/>
              <a:t>control</a:t>
            </a:r>
            <a:r>
              <a:rPr lang="de-DE" sz="2600" dirty="0"/>
              <a:t> </a:t>
            </a:r>
            <a:r>
              <a:rPr lang="de-DE" sz="2600" dirty="0" err="1"/>
              <a:t>sequence</a:t>
            </a:r>
            <a:r>
              <a:rPr lang="de-DE" sz="2600" dirty="0"/>
              <a:t>, </a:t>
            </a:r>
            <a:r>
              <a:rPr lang="de-DE" sz="2600" dirty="0" err="1"/>
              <a:t>then</a:t>
            </a:r>
            <a:r>
              <a:rPr lang="de-DE" sz="2600" dirty="0"/>
              <a:t> </a:t>
            </a:r>
            <a:r>
              <a:rPr lang="de-DE" sz="2600" dirty="0" err="1"/>
              <a:t>re-optimize</a:t>
            </a:r>
            <a:r>
              <a:rPr lang="de-DE" sz="2600" dirty="0"/>
              <a:t> at </a:t>
            </a:r>
            <a:r>
              <a:rPr lang="de-DE" sz="2600" dirty="0" err="1"/>
              <a:t>next</a:t>
            </a:r>
            <a:r>
              <a:rPr lang="de-DE" sz="2600" dirty="0"/>
              <a:t> time </a:t>
            </a:r>
            <a:r>
              <a:rPr lang="de-DE" sz="2600" dirty="0" err="1"/>
              <a:t>step</a:t>
            </a:r>
            <a:endParaRPr lang="de-DE" sz="2600" dirty="0"/>
          </a:p>
          <a:p>
            <a:r>
              <a:rPr lang="de-DE" sz="2600" dirty="0"/>
              <a:t>(</a:t>
            </a:r>
            <a:r>
              <a:rPr lang="de-DE" sz="2600" dirty="0" err="1"/>
              <a:t>future</a:t>
            </a:r>
            <a:r>
              <a:rPr lang="de-DE" sz="2600" dirty="0"/>
              <a:t> </a:t>
            </a:r>
            <a:r>
              <a:rPr lang="de-DE" sz="2600" dirty="0" err="1"/>
              <a:t>is</a:t>
            </a:r>
            <a:r>
              <a:rPr lang="de-DE" sz="2600" dirty="0"/>
              <a:t> </a:t>
            </a:r>
            <a:r>
              <a:rPr lang="de-DE" sz="2600" dirty="0" err="1"/>
              <a:t>uncertain</a:t>
            </a:r>
            <a:r>
              <a:rPr lang="de-DE" sz="2600" dirty="0"/>
              <a:t>, </a:t>
            </a:r>
            <a:r>
              <a:rPr lang="de-DE" sz="2600" dirty="0" err="1"/>
              <a:t>model</a:t>
            </a:r>
            <a:r>
              <a:rPr lang="de-DE" sz="2600" dirty="0"/>
              <a:t> </a:t>
            </a:r>
            <a:r>
              <a:rPr lang="de-DE" sz="2600" dirty="0" err="1"/>
              <a:t>is</a:t>
            </a:r>
            <a:r>
              <a:rPr lang="de-DE" sz="2600" dirty="0"/>
              <a:t> </a:t>
            </a:r>
            <a:r>
              <a:rPr lang="de-DE" sz="2600" dirty="0" err="1"/>
              <a:t>imperfect</a:t>
            </a:r>
            <a:r>
              <a:rPr lang="de-DE" sz="2600" dirty="0"/>
              <a:t>, </a:t>
            </a:r>
            <a:r>
              <a:rPr lang="de-DE" sz="2600" dirty="0" err="1"/>
              <a:t>disturbances</a:t>
            </a:r>
            <a:r>
              <a:rPr lang="de-DE" sz="2600" dirty="0"/>
              <a:t> </a:t>
            </a:r>
            <a:r>
              <a:rPr lang="de-DE" sz="2600" dirty="0" err="1"/>
              <a:t>occur</a:t>
            </a:r>
            <a:r>
              <a:rPr lang="de-DE" sz="2600" dirty="0"/>
              <a:t>)</a:t>
            </a:r>
          </a:p>
        </p:txBody>
      </p:sp>
    </p:spTree>
    <p:extLst>
      <p:ext uri="{BB962C8B-B14F-4D97-AF65-F5344CB8AC3E}">
        <p14:creationId xmlns:p14="http://schemas.microsoft.com/office/powerpoint/2010/main" val="1578291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D7E117-46DE-3664-E6EE-C951AE871086}"/>
              </a:ext>
            </a:extLst>
          </p:cNvPr>
          <p:cNvSpPr>
            <a:spLocks noGrp="1"/>
          </p:cNvSpPr>
          <p:nvPr>
            <p:ph type="title"/>
          </p:nvPr>
        </p:nvSpPr>
        <p:spPr/>
        <p:txBody>
          <a:bodyPr/>
          <a:lstStyle/>
          <a:p>
            <a:r>
              <a:rPr lang="de-DE" dirty="0"/>
              <a:t>Intuition</a:t>
            </a:r>
          </a:p>
        </p:txBody>
      </p:sp>
      <p:sp>
        <p:nvSpPr>
          <p:cNvPr id="3" name="Inhaltsplatzhalter 2">
            <a:extLst>
              <a:ext uri="{FF2B5EF4-FFF2-40B4-BE49-F238E27FC236}">
                <a16:creationId xmlns:a16="http://schemas.microsoft.com/office/drawing/2014/main" id="{F0EB238D-B0FD-22B4-4693-79E52895073B}"/>
              </a:ext>
            </a:extLst>
          </p:cNvPr>
          <p:cNvSpPr>
            <a:spLocks noGrp="1"/>
          </p:cNvSpPr>
          <p:nvPr>
            <p:ph idx="1"/>
          </p:nvPr>
        </p:nvSpPr>
        <p:spPr/>
        <p:txBody>
          <a:bodyPr/>
          <a:lstStyle/>
          <a:p>
            <a:pPr marL="0" indent="0">
              <a:buNone/>
            </a:pPr>
            <a:r>
              <a:rPr lang="de-DE" dirty="0"/>
              <a:t>MPC </a:t>
            </a:r>
            <a:r>
              <a:rPr lang="de-DE" dirty="0" err="1"/>
              <a:t>acts</a:t>
            </a:r>
            <a:r>
              <a:rPr lang="de-DE" dirty="0"/>
              <a:t> like a “smart </a:t>
            </a:r>
            <a:r>
              <a:rPr lang="de-DE" dirty="0" err="1"/>
              <a:t>planner</a:t>
            </a:r>
            <a:r>
              <a:rPr lang="de-DE" dirty="0"/>
              <a:t>”:</a:t>
            </a:r>
          </a:p>
          <a:p>
            <a:r>
              <a:rPr lang="de-DE" dirty="0" err="1"/>
              <a:t>looks</a:t>
            </a:r>
            <a:r>
              <a:rPr lang="de-DE" dirty="0"/>
              <a:t> </a:t>
            </a:r>
            <a:r>
              <a:rPr lang="de-DE" dirty="0" err="1"/>
              <a:t>ahead</a:t>
            </a:r>
            <a:r>
              <a:rPr lang="de-DE" dirty="0"/>
              <a:t> </a:t>
            </a:r>
            <a:r>
              <a:rPr lang="de-DE" dirty="0" err="1"/>
              <a:t>into</a:t>
            </a:r>
            <a:r>
              <a:rPr lang="de-DE" dirty="0"/>
              <a:t> </a:t>
            </a:r>
            <a:r>
              <a:rPr lang="de-DE" dirty="0" err="1"/>
              <a:t>the</a:t>
            </a:r>
            <a:r>
              <a:rPr lang="de-DE" dirty="0"/>
              <a:t> </a:t>
            </a:r>
            <a:r>
              <a:rPr lang="de-DE" dirty="0" err="1"/>
              <a:t>future</a:t>
            </a:r>
            <a:endParaRPr lang="de-DE" dirty="0"/>
          </a:p>
          <a:p>
            <a:r>
              <a:rPr lang="de-DE" dirty="0" err="1"/>
              <a:t>chooses</a:t>
            </a:r>
            <a:r>
              <a:rPr lang="de-DE" dirty="0"/>
              <a:t> </a:t>
            </a:r>
            <a:r>
              <a:rPr lang="de-DE" dirty="0" err="1"/>
              <a:t>the</a:t>
            </a:r>
            <a:r>
              <a:rPr lang="de-DE" dirty="0"/>
              <a:t> </a:t>
            </a:r>
            <a:r>
              <a:rPr lang="de-DE" dirty="0" err="1"/>
              <a:t>best</a:t>
            </a:r>
            <a:r>
              <a:rPr lang="de-DE" dirty="0"/>
              <a:t> </a:t>
            </a:r>
            <a:r>
              <a:rPr lang="de-DE" dirty="0" err="1"/>
              <a:t>feasible</a:t>
            </a:r>
            <a:r>
              <a:rPr lang="de-DE" dirty="0"/>
              <a:t> </a:t>
            </a:r>
            <a:r>
              <a:rPr lang="de-DE" dirty="0" err="1"/>
              <a:t>trajectory</a:t>
            </a:r>
            <a:endParaRPr lang="de-DE" dirty="0"/>
          </a:p>
          <a:p>
            <a:r>
              <a:rPr lang="de-DE" dirty="0" err="1"/>
              <a:t>constantly</a:t>
            </a:r>
            <a:r>
              <a:rPr lang="de-DE" dirty="0"/>
              <a:t> </a:t>
            </a:r>
            <a:r>
              <a:rPr lang="de-DE" dirty="0" err="1"/>
              <a:t>updates</a:t>
            </a:r>
            <a:r>
              <a:rPr lang="de-DE" dirty="0"/>
              <a:t> </a:t>
            </a:r>
            <a:r>
              <a:rPr lang="de-DE" dirty="0" err="1"/>
              <a:t>the</a:t>
            </a:r>
            <a:r>
              <a:rPr lang="de-DE" dirty="0"/>
              <a:t> plan</a:t>
            </a:r>
          </a:p>
          <a:p>
            <a:pPr marL="0" indent="0">
              <a:buNone/>
            </a:pPr>
            <a:endParaRPr lang="de-DE" dirty="0"/>
          </a:p>
          <a:p>
            <a:pPr marL="0" indent="0">
              <a:buNone/>
            </a:pPr>
            <a:r>
              <a:rPr lang="de-DE" dirty="0"/>
              <a:t>MPC </a:t>
            </a:r>
            <a:r>
              <a:rPr lang="de-DE" dirty="0" err="1"/>
              <a:t>is</a:t>
            </a:r>
            <a:r>
              <a:rPr lang="de-DE" dirty="0"/>
              <a:t> like </a:t>
            </a:r>
            <a:r>
              <a:rPr lang="de-DE" dirty="0" err="1"/>
              <a:t>driving</a:t>
            </a:r>
            <a:r>
              <a:rPr lang="de-DE" dirty="0"/>
              <a:t> a </a:t>
            </a:r>
            <a:r>
              <a:rPr lang="de-DE" dirty="0" err="1"/>
              <a:t>car</a:t>
            </a:r>
            <a:r>
              <a:rPr lang="de-DE" dirty="0"/>
              <a:t> </a:t>
            </a:r>
            <a:r>
              <a:rPr lang="de-DE" dirty="0" err="1"/>
              <a:t>using</a:t>
            </a:r>
            <a:r>
              <a:rPr lang="de-DE" dirty="0"/>
              <a:t> a </a:t>
            </a:r>
            <a:r>
              <a:rPr lang="de-DE" dirty="0" err="1"/>
              <a:t>navigation</a:t>
            </a:r>
            <a:r>
              <a:rPr lang="de-DE" dirty="0"/>
              <a:t> </a:t>
            </a:r>
            <a:r>
              <a:rPr lang="de-DE" dirty="0" err="1"/>
              <a:t>system</a:t>
            </a:r>
            <a:r>
              <a:rPr lang="de-DE" dirty="0"/>
              <a:t> </a:t>
            </a:r>
            <a:r>
              <a:rPr lang="de-DE" dirty="0" err="1"/>
              <a:t>that</a:t>
            </a:r>
            <a:r>
              <a:rPr lang="de-DE" dirty="0"/>
              <a:t> </a:t>
            </a:r>
            <a:r>
              <a:rPr lang="de-DE" dirty="0" err="1"/>
              <a:t>constantly</a:t>
            </a:r>
            <a:r>
              <a:rPr lang="de-DE" dirty="0"/>
              <a:t> </a:t>
            </a:r>
            <a:r>
              <a:rPr lang="de-DE" dirty="0" err="1"/>
              <a:t>replans</a:t>
            </a:r>
            <a:r>
              <a:rPr lang="de-DE" dirty="0"/>
              <a:t> </a:t>
            </a:r>
            <a:r>
              <a:rPr lang="de-DE" dirty="0" err="1"/>
              <a:t>based</a:t>
            </a:r>
            <a:r>
              <a:rPr lang="de-DE" dirty="0"/>
              <a:t> on </a:t>
            </a:r>
            <a:r>
              <a:rPr lang="de-DE" dirty="0" err="1"/>
              <a:t>where</a:t>
            </a:r>
            <a:r>
              <a:rPr lang="de-DE" dirty="0"/>
              <a:t> </a:t>
            </a:r>
            <a:r>
              <a:rPr lang="de-DE" dirty="0" err="1"/>
              <a:t>you</a:t>
            </a:r>
            <a:r>
              <a:rPr lang="de-DE" dirty="0"/>
              <a:t> </a:t>
            </a:r>
            <a:r>
              <a:rPr lang="de-DE" dirty="0" err="1"/>
              <a:t>are</a:t>
            </a:r>
            <a:r>
              <a:rPr lang="de-DE" dirty="0"/>
              <a:t>.</a:t>
            </a:r>
          </a:p>
        </p:txBody>
      </p:sp>
      <p:sp>
        <p:nvSpPr>
          <p:cNvPr id="4" name="Foliennummernplatzhalter 3">
            <a:extLst>
              <a:ext uri="{FF2B5EF4-FFF2-40B4-BE49-F238E27FC236}">
                <a16:creationId xmlns:a16="http://schemas.microsoft.com/office/drawing/2014/main" id="{CADAF4E9-3D9E-734C-A7A0-CB3B2B5C8F39}"/>
              </a:ext>
            </a:extLst>
          </p:cNvPr>
          <p:cNvSpPr>
            <a:spLocks noGrp="1"/>
          </p:cNvSpPr>
          <p:nvPr>
            <p:ph type="sldNum" sz="quarter" idx="12"/>
          </p:nvPr>
        </p:nvSpPr>
        <p:spPr/>
        <p:txBody>
          <a:bodyPr/>
          <a:lstStyle/>
          <a:p>
            <a:fld id="{08C366F5-AFAD-49CB-854A-9D9E238FCA13}" type="slidenum">
              <a:rPr lang="en-GB" smtClean="0"/>
              <a:t>10</a:t>
            </a:fld>
            <a:endParaRPr lang="en-GB"/>
          </a:p>
        </p:txBody>
      </p:sp>
    </p:spTree>
    <p:extLst>
      <p:ext uri="{BB962C8B-B14F-4D97-AF65-F5344CB8AC3E}">
        <p14:creationId xmlns:p14="http://schemas.microsoft.com/office/powerpoint/2010/main" val="2499928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F1595E-C7B3-E989-56C2-18B31B9EA63B}"/>
              </a:ext>
            </a:extLst>
          </p:cNvPr>
          <p:cNvSpPr>
            <a:spLocks noGrp="1"/>
          </p:cNvSpPr>
          <p:nvPr>
            <p:ph type="title"/>
          </p:nvPr>
        </p:nvSpPr>
        <p:spPr/>
        <p:txBody>
          <a:bodyPr/>
          <a:lstStyle/>
          <a:p>
            <a:r>
              <a:rPr lang="de-DE" dirty="0" err="1"/>
              <a:t>Contrast</a:t>
            </a:r>
            <a:r>
              <a:rPr lang="de-DE" dirty="0"/>
              <a:t> </a:t>
            </a:r>
            <a:r>
              <a:rPr lang="de-DE" dirty="0" err="1"/>
              <a:t>to</a:t>
            </a:r>
            <a:r>
              <a:rPr lang="de-DE" dirty="0"/>
              <a:t> </a:t>
            </a:r>
            <a:r>
              <a:rPr lang="de-DE" dirty="0" err="1"/>
              <a:t>Classical</a:t>
            </a:r>
            <a:r>
              <a:rPr lang="de-DE" dirty="0"/>
              <a:t> Control</a:t>
            </a:r>
          </a:p>
        </p:txBody>
      </p:sp>
      <p:sp>
        <p:nvSpPr>
          <p:cNvPr id="3" name="Inhaltsplatzhalter 2">
            <a:extLst>
              <a:ext uri="{FF2B5EF4-FFF2-40B4-BE49-F238E27FC236}">
                <a16:creationId xmlns:a16="http://schemas.microsoft.com/office/drawing/2014/main" id="{14DFDCD7-DD95-0A4E-96FF-BE4336DA4592}"/>
              </a:ext>
            </a:extLst>
          </p:cNvPr>
          <p:cNvSpPr>
            <a:spLocks noGrp="1"/>
          </p:cNvSpPr>
          <p:nvPr>
            <p:ph idx="1"/>
          </p:nvPr>
        </p:nvSpPr>
        <p:spPr>
          <a:xfrm>
            <a:off x="838200" y="1825625"/>
            <a:ext cx="6096000" cy="4351338"/>
          </a:xfrm>
        </p:spPr>
        <p:txBody>
          <a:bodyPr>
            <a:normAutofit fontScale="92500" lnSpcReduction="20000"/>
          </a:bodyPr>
          <a:lstStyle/>
          <a:p>
            <a:pPr marL="0" indent="0">
              <a:buNone/>
            </a:pPr>
            <a:r>
              <a:rPr lang="de-DE" dirty="0"/>
              <a:t>PID / LQR:</a:t>
            </a:r>
          </a:p>
          <a:p>
            <a:r>
              <a:rPr lang="de-DE" dirty="0" err="1"/>
              <a:t>Reactive</a:t>
            </a:r>
            <a:endParaRPr lang="de-DE" dirty="0"/>
          </a:p>
          <a:p>
            <a:r>
              <a:rPr lang="de-DE" dirty="0"/>
              <a:t>Fixed </a:t>
            </a:r>
            <a:r>
              <a:rPr lang="de-DE" dirty="0" err="1"/>
              <a:t>feedback</a:t>
            </a:r>
            <a:r>
              <a:rPr lang="de-DE" dirty="0"/>
              <a:t> </a:t>
            </a:r>
            <a:r>
              <a:rPr lang="de-DE" dirty="0" err="1"/>
              <a:t>law</a:t>
            </a:r>
            <a:endParaRPr lang="de-DE" dirty="0"/>
          </a:p>
          <a:p>
            <a:r>
              <a:rPr lang="de-DE" dirty="0"/>
              <a:t>Constraints: </a:t>
            </a:r>
            <a:r>
              <a:rPr lang="de-DE" dirty="0" err="1"/>
              <a:t>compute</a:t>
            </a:r>
            <a:r>
              <a:rPr lang="de-DE" dirty="0"/>
              <a:t> </a:t>
            </a:r>
            <a:r>
              <a:rPr lang="de-DE" dirty="0" err="1"/>
              <a:t>control</a:t>
            </a:r>
            <a:r>
              <a:rPr lang="de-DE" dirty="0"/>
              <a:t>, </a:t>
            </a:r>
            <a:r>
              <a:rPr lang="de-DE" dirty="0" err="1"/>
              <a:t>then</a:t>
            </a:r>
            <a:r>
              <a:rPr lang="de-DE" dirty="0"/>
              <a:t> </a:t>
            </a:r>
            <a:r>
              <a:rPr lang="de-DE" dirty="0" err="1"/>
              <a:t>clip</a:t>
            </a:r>
            <a:r>
              <a:rPr lang="de-DE" dirty="0"/>
              <a:t> </a:t>
            </a:r>
            <a:r>
              <a:rPr lang="de-DE" dirty="0" err="1"/>
              <a:t>if</a:t>
            </a:r>
            <a:r>
              <a:rPr lang="de-DE" dirty="0"/>
              <a:t> </a:t>
            </a:r>
            <a:r>
              <a:rPr lang="de-DE" dirty="0" err="1"/>
              <a:t>needed</a:t>
            </a:r>
            <a:endParaRPr lang="de-DE" dirty="0"/>
          </a:p>
          <a:p>
            <a:pPr marL="0" indent="0">
              <a:buNone/>
            </a:pPr>
            <a:endParaRPr lang="de-DE" dirty="0"/>
          </a:p>
          <a:p>
            <a:pPr marL="0" indent="0">
              <a:buNone/>
            </a:pPr>
            <a:r>
              <a:rPr lang="de-DE" dirty="0"/>
              <a:t>MPC:</a:t>
            </a:r>
          </a:p>
          <a:p>
            <a:r>
              <a:rPr lang="de-DE" dirty="0" err="1"/>
              <a:t>Predictive</a:t>
            </a:r>
            <a:endParaRPr lang="de-DE" dirty="0"/>
          </a:p>
          <a:p>
            <a:r>
              <a:rPr lang="de-DE" dirty="0" err="1"/>
              <a:t>Solves</a:t>
            </a:r>
            <a:r>
              <a:rPr lang="de-DE" dirty="0"/>
              <a:t> an </a:t>
            </a:r>
            <a:r>
              <a:rPr lang="de-DE" dirty="0" err="1"/>
              <a:t>optimization</a:t>
            </a:r>
            <a:r>
              <a:rPr lang="de-DE" dirty="0"/>
              <a:t> </a:t>
            </a:r>
            <a:r>
              <a:rPr lang="de-DE" dirty="0" err="1"/>
              <a:t>problem</a:t>
            </a:r>
            <a:r>
              <a:rPr lang="de-DE" dirty="0"/>
              <a:t> online</a:t>
            </a:r>
          </a:p>
          <a:p>
            <a:r>
              <a:rPr lang="de-DE" dirty="0" err="1"/>
              <a:t>Compute</a:t>
            </a:r>
            <a:r>
              <a:rPr lang="de-DE" dirty="0"/>
              <a:t> </a:t>
            </a:r>
            <a:r>
              <a:rPr lang="de-DE" dirty="0" err="1"/>
              <a:t>control</a:t>
            </a:r>
            <a:r>
              <a:rPr lang="de-DE" dirty="0"/>
              <a:t> </a:t>
            </a:r>
            <a:r>
              <a:rPr lang="de-DE" dirty="0" err="1"/>
              <a:t>within</a:t>
            </a:r>
            <a:r>
              <a:rPr lang="de-DE" dirty="0"/>
              <a:t> </a:t>
            </a:r>
            <a:r>
              <a:rPr lang="de-DE" dirty="0" err="1"/>
              <a:t>constraints</a:t>
            </a:r>
            <a:r>
              <a:rPr lang="de-DE" dirty="0"/>
              <a:t> </a:t>
            </a:r>
            <a:r>
              <a:rPr lang="de-DE" dirty="0" err="1"/>
              <a:t>from</a:t>
            </a:r>
            <a:r>
              <a:rPr lang="de-DE" dirty="0"/>
              <a:t> </a:t>
            </a:r>
            <a:r>
              <a:rPr lang="de-DE" dirty="0" err="1"/>
              <a:t>the</a:t>
            </a:r>
            <a:r>
              <a:rPr lang="de-DE" dirty="0"/>
              <a:t> </a:t>
            </a:r>
            <a:r>
              <a:rPr lang="de-DE" dirty="0" err="1"/>
              <a:t>start</a:t>
            </a:r>
            <a:endParaRPr lang="de-DE" dirty="0"/>
          </a:p>
        </p:txBody>
      </p:sp>
      <p:sp>
        <p:nvSpPr>
          <p:cNvPr id="4" name="Foliennummernplatzhalter 3">
            <a:extLst>
              <a:ext uri="{FF2B5EF4-FFF2-40B4-BE49-F238E27FC236}">
                <a16:creationId xmlns:a16="http://schemas.microsoft.com/office/drawing/2014/main" id="{8E66C5AE-27C3-5347-EFDF-5AA35872E692}"/>
              </a:ext>
            </a:extLst>
          </p:cNvPr>
          <p:cNvSpPr>
            <a:spLocks noGrp="1"/>
          </p:cNvSpPr>
          <p:nvPr>
            <p:ph type="sldNum" sz="quarter" idx="12"/>
          </p:nvPr>
        </p:nvSpPr>
        <p:spPr/>
        <p:txBody>
          <a:bodyPr/>
          <a:lstStyle/>
          <a:p>
            <a:fld id="{08C366F5-AFAD-49CB-854A-9D9E238FCA13}" type="slidenum">
              <a:rPr lang="en-GB" smtClean="0"/>
              <a:t>11</a:t>
            </a:fld>
            <a:endParaRPr lang="en-GB"/>
          </a:p>
        </p:txBody>
      </p:sp>
      <p:sp>
        <p:nvSpPr>
          <p:cNvPr id="6" name="Textfeld 5">
            <a:extLst>
              <a:ext uri="{FF2B5EF4-FFF2-40B4-BE49-F238E27FC236}">
                <a16:creationId xmlns:a16="http://schemas.microsoft.com/office/drawing/2014/main" id="{FC31EE39-FB98-71F9-51C0-B630655BA79A}"/>
              </a:ext>
            </a:extLst>
          </p:cNvPr>
          <p:cNvSpPr txBox="1"/>
          <p:nvPr/>
        </p:nvSpPr>
        <p:spPr>
          <a:xfrm>
            <a:off x="7909560" y="3429000"/>
            <a:ext cx="4145280" cy="1785104"/>
          </a:xfrm>
          <a:prstGeom prst="rect">
            <a:avLst/>
          </a:prstGeom>
          <a:noFill/>
          <a:ln>
            <a:solidFill>
              <a:schemeClr val="tx1"/>
            </a:solidFill>
          </a:ln>
        </p:spPr>
        <p:txBody>
          <a:bodyPr wrap="square">
            <a:spAutoFit/>
          </a:bodyPr>
          <a:lstStyle/>
          <a:p>
            <a:pPr marL="0" indent="0">
              <a:buNone/>
            </a:pPr>
            <a:r>
              <a:rPr lang="de-DE" sz="2200" dirty="0"/>
              <a:t>Car </a:t>
            </a:r>
            <a:r>
              <a:rPr lang="de-DE" sz="2200" dirty="0" err="1"/>
              <a:t>approaching</a:t>
            </a:r>
            <a:r>
              <a:rPr lang="de-DE" sz="2200" dirty="0"/>
              <a:t> a </a:t>
            </a:r>
            <a:r>
              <a:rPr lang="de-DE" sz="2200" dirty="0" err="1"/>
              <a:t>curve</a:t>
            </a:r>
            <a:r>
              <a:rPr lang="de-DE" sz="2200" dirty="0"/>
              <a:t>:</a:t>
            </a:r>
          </a:p>
          <a:p>
            <a:pPr marL="342900" indent="-342900">
              <a:buFont typeface="Arial" panose="020B0604020202020204" pitchFamily="34" charset="0"/>
              <a:buChar char="•"/>
            </a:pPr>
            <a:r>
              <a:rPr lang="de-DE" sz="2200" dirty="0"/>
              <a:t>PID: “</a:t>
            </a:r>
            <a:r>
              <a:rPr lang="de-DE" sz="2200" dirty="0" err="1"/>
              <a:t>Too</a:t>
            </a:r>
            <a:r>
              <a:rPr lang="de-DE" sz="2200" dirty="0"/>
              <a:t> fast → </a:t>
            </a:r>
            <a:r>
              <a:rPr lang="de-DE" sz="2200" dirty="0" err="1"/>
              <a:t>brake</a:t>
            </a:r>
            <a:r>
              <a:rPr lang="de-DE" sz="2200" dirty="0"/>
              <a:t> </a:t>
            </a:r>
            <a:r>
              <a:rPr lang="de-DE" sz="2200" dirty="0" err="1"/>
              <a:t>hard</a:t>
            </a:r>
            <a:r>
              <a:rPr lang="de-DE" sz="2200" dirty="0"/>
              <a:t> (</a:t>
            </a:r>
            <a:r>
              <a:rPr lang="de-DE" sz="2200" dirty="0" err="1"/>
              <a:t>too</a:t>
            </a:r>
            <a:r>
              <a:rPr lang="de-DE" sz="2200" dirty="0"/>
              <a:t> </a:t>
            </a:r>
            <a:r>
              <a:rPr lang="de-DE" sz="2200" dirty="0" err="1"/>
              <a:t>late</a:t>
            </a:r>
            <a:r>
              <a:rPr lang="de-DE" sz="2200" dirty="0"/>
              <a:t>)”</a:t>
            </a:r>
          </a:p>
          <a:p>
            <a:pPr marL="342900" indent="-342900">
              <a:buFont typeface="Arial" panose="020B0604020202020204" pitchFamily="34" charset="0"/>
              <a:buChar char="•"/>
            </a:pPr>
            <a:r>
              <a:rPr lang="de-DE" sz="2200" dirty="0"/>
              <a:t>MPC: “Will </a:t>
            </a:r>
            <a:r>
              <a:rPr lang="de-DE" sz="2200" dirty="0" err="1"/>
              <a:t>be</a:t>
            </a:r>
            <a:r>
              <a:rPr lang="de-DE" sz="2200" dirty="0"/>
              <a:t> </a:t>
            </a:r>
            <a:r>
              <a:rPr lang="de-DE" sz="2200" dirty="0" err="1"/>
              <a:t>too</a:t>
            </a:r>
            <a:r>
              <a:rPr lang="de-DE" sz="2200" dirty="0"/>
              <a:t> fast in 2 </a:t>
            </a:r>
            <a:r>
              <a:rPr lang="de-DE" sz="2200" dirty="0" err="1"/>
              <a:t>seconds</a:t>
            </a:r>
            <a:r>
              <a:rPr lang="de-DE" sz="2200" dirty="0"/>
              <a:t> → </a:t>
            </a:r>
            <a:r>
              <a:rPr lang="de-DE" sz="2200" dirty="0" err="1"/>
              <a:t>start</a:t>
            </a:r>
            <a:r>
              <a:rPr lang="de-DE" sz="2200" dirty="0"/>
              <a:t> </a:t>
            </a:r>
            <a:r>
              <a:rPr lang="de-DE" sz="2200" dirty="0" err="1"/>
              <a:t>braking</a:t>
            </a:r>
            <a:r>
              <a:rPr lang="de-DE" sz="2200" dirty="0"/>
              <a:t> </a:t>
            </a:r>
            <a:r>
              <a:rPr lang="de-DE" sz="2200" dirty="0" err="1"/>
              <a:t>now</a:t>
            </a:r>
            <a:r>
              <a:rPr lang="de-DE" sz="2200" dirty="0"/>
              <a:t>”</a:t>
            </a:r>
          </a:p>
        </p:txBody>
      </p:sp>
    </p:spTree>
    <p:extLst>
      <p:ext uri="{BB962C8B-B14F-4D97-AF65-F5344CB8AC3E}">
        <p14:creationId xmlns:p14="http://schemas.microsoft.com/office/powerpoint/2010/main" val="1632555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985D82D-F6F1-2327-149A-9D9CE2A48666}"/>
              </a:ext>
            </a:extLst>
          </p:cNvPr>
          <p:cNvSpPr>
            <a:spLocks noGrp="1"/>
          </p:cNvSpPr>
          <p:nvPr>
            <p:ph type="title"/>
          </p:nvPr>
        </p:nvSpPr>
        <p:spPr/>
        <p:txBody>
          <a:bodyPr/>
          <a:lstStyle/>
          <a:p>
            <a:r>
              <a:rPr lang="de-DE" dirty="0" err="1"/>
              <a:t>Limitations</a:t>
            </a:r>
            <a:r>
              <a:rPr lang="de-DE" dirty="0"/>
              <a:t> </a:t>
            </a:r>
            <a:r>
              <a:rPr lang="de-DE" dirty="0" err="1"/>
              <a:t>of</a:t>
            </a:r>
            <a:r>
              <a:rPr lang="de-DE" dirty="0"/>
              <a:t> MPC</a:t>
            </a:r>
          </a:p>
        </p:txBody>
      </p:sp>
      <p:sp>
        <p:nvSpPr>
          <p:cNvPr id="3" name="Inhaltsplatzhalter 2">
            <a:extLst>
              <a:ext uri="{FF2B5EF4-FFF2-40B4-BE49-F238E27FC236}">
                <a16:creationId xmlns:a16="http://schemas.microsoft.com/office/drawing/2014/main" id="{26D0BCCE-9B16-6F54-F459-087269DEE914}"/>
              </a:ext>
            </a:extLst>
          </p:cNvPr>
          <p:cNvSpPr>
            <a:spLocks noGrp="1"/>
          </p:cNvSpPr>
          <p:nvPr>
            <p:ph idx="1"/>
          </p:nvPr>
        </p:nvSpPr>
        <p:spPr/>
        <p:txBody>
          <a:bodyPr>
            <a:normAutofit/>
          </a:bodyPr>
          <a:lstStyle/>
          <a:p>
            <a:r>
              <a:rPr lang="de-DE" dirty="0" err="1"/>
              <a:t>Requires</a:t>
            </a:r>
            <a:r>
              <a:rPr lang="de-DE" dirty="0"/>
              <a:t> an </a:t>
            </a:r>
            <a:r>
              <a:rPr lang="de-DE" dirty="0" err="1"/>
              <a:t>accurate</a:t>
            </a:r>
            <a:r>
              <a:rPr lang="de-DE" dirty="0"/>
              <a:t> </a:t>
            </a:r>
            <a:r>
              <a:rPr lang="de-DE" dirty="0" err="1"/>
              <a:t>model</a:t>
            </a:r>
            <a:r>
              <a:rPr lang="de-DE" dirty="0"/>
              <a:t> (</a:t>
            </a:r>
            <a:r>
              <a:rPr lang="de-DE" dirty="0" err="1"/>
              <a:t>model</a:t>
            </a:r>
            <a:r>
              <a:rPr lang="de-DE" dirty="0"/>
              <a:t> </a:t>
            </a:r>
            <a:r>
              <a:rPr lang="de-DE" dirty="0" err="1"/>
              <a:t>mismatch</a:t>
            </a:r>
            <a:r>
              <a:rPr lang="de-DE" dirty="0"/>
              <a:t> </a:t>
            </a:r>
            <a:r>
              <a:rPr lang="de-DE" dirty="0" err="1"/>
              <a:t>degrades</a:t>
            </a:r>
            <a:r>
              <a:rPr lang="de-DE" dirty="0"/>
              <a:t> </a:t>
            </a:r>
            <a:r>
              <a:rPr lang="de-DE" dirty="0" err="1"/>
              <a:t>performance</a:t>
            </a:r>
            <a:r>
              <a:rPr lang="de-DE" dirty="0"/>
              <a:t>, and </a:t>
            </a:r>
            <a:r>
              <a:rPr lang="de-DE" dirty="0" err="1"/>
              <a:t>modeling</a:t>
            </a:r>
            <a:r>
              <a:rPr lang="de-DE" dirty="0"/>
              <a:t> </a:t>
            </a:r>
            <a:r>
              <a:rPr lang="de-DE" dirty="0" err="1"/>
              <a:t>complex</a:t>
            </a:r>
            <a:r>
              <a:rPr lang="de-DE" dirty="0"/>
              <a:t> </a:t>
            </a:r>
            <a:r>
              <a:rPr lang="de-DE" dirty="0" err="1"/>
              <a:t>systems</a:t>
            </a:r>
            <a:r>
              <a:rPr lang="de-DE" dirty="0"/>
              <a:t> </a:t>
            </a:r>
            <a:r>
              <a:rPr lang="de-DE" dirty="0" err="1"/>
              <a:t>can</a:t>
            </a:r>
            <a:r>
              <a:rPr lang="de-DE" dirty="0"/>
              <a:t> </a:t>
            </a:r>
            <a:r>
              <a:rPr lang="de-DE" dirty="0" err="1"/>
              <a:t>be</a:t>
            </a:r>
            <a:r>
              <a:rPr lang="de-DE" dirty="0"/>
              <a:t> </a:t>
            </a:r>
            <a:r>
              <a:rPr lang="de-DE" dirty="0" err="1"/>
              <a:t>difficult</a:t>
            </a:r>
            <a:r>
              <a:rPr lang="de-DE" dirty="0"/>
              <a:t>)</a:t>
            </a:r>
          </a:p>
          <a:p>
            <a:pPr marL="0" indent="0">
              <a:buNone/>
            </a:pPr>
            <a:endParaRPr lang="de-DE" dirty="0"/>
          </a:p>
          <a:p>
            <a:r>
              <a:rPr lang="de-DE" dirty="0"/>
              <a:t>Computational </a:t>
            </a:r>
            <a:r>
              <a:rPr lang="de-DE" dirty="0" err="1"/>
              <a:t>complexity</a:t>
            </a:r>
            <a:r>
              <a:rPr lang="de-DE" dirty="0"/>
              <a:t> (</a:t>
            </a:r>
            <a:r>
              <a:rPr lang="de-DE" dirty="0" err="1"/>
              <a:t>optimization</a:t>
            </a:r>
            <a:r>
              <a:rPr lang="de-DE" dirty="0"/>
              <a:t> </a:t>
            </a:r>
            <a:r>
              <a:rPr lang="de-DE" dirty="0" err="1"/>
              <a:t>problem</a:t>
            </a:r>
            <a:r>
              <a:rPr lang="de-DE" dirty="0"/>
              <a:t> </a:t>
            </a:r>
            <a:r>
              <a:rPr lang="de-DE" dirty="0" err="1"/>
              <a:t>solved</a:t>
            </a:r>
            <a:r>
              <a:rPr lang="de-DE" dirty="0"/>
              <a:t> at </a:t>
            </a:r>
            <a:r>
              <a:rPr lang="de-DE" dirty="0" err="1"/>
              <a:t>every</a:t>
            </a:r>
            <a:r>
              <a:rPr lang="de-DE" dirty="0"/>
              <a:t> time </a:t>
            </a:r>
            <a:r>
              <a:rPr lang="de-DE" dirty="0" err="1"/>
              <a:t>step</a:t>
            </a:r>
            <a:r>
              <a:rPr lang="de-DE" dirty="0"/>
              <a:t> </a:t>
            </a:r>
            <a:r>
              <a:rPr lang="de-DE" dirty="0">
                <a:sym typeface="Wingdings" pitchFamily="2" charset="2"/>
              </a:rPr>
              <a:t></a:t>
            </a:r>
            <a:r>
              <a:rPr lang="de-DE" dirty="0"/>
              <a:t> </a:t>
            </a:r>
            <a:r>
              <a:rPr lang="de-DE" dirty="0" err="1"/>
              <a:t>challenging</a:t>
            </a:r>
            <a:r>
              <a:rPr lang="de-DE" dirty="0"/>
              <a:t> </a:t>
            </a:r>
            <a:r>
              <a:rPr lang="de-DE" dirty="0" err="1"/>
              <a:t>for</a:t>
            </a:r>
            <a:r>
              <a:rPr lang="de-DE" dirty="0"/>
              <a:t> fast </a:t>
            </a:r>
            <a:r>
              <a:rPr lang="de-DE" dirty="0" err="1"/>
              <a:t>or</a:t>
            </a:r>
            <a:r>
              <a:rPr lang="de-DE" dirty="0"/>
              <a:t> high-dimensional </a:t>
            </a:r>
            <a:r>
              <a:rPr lang="de-DE" dirty="0" err="1"/>
              <a:t>systems</a:t>
            </a:r>
            <a:r>
              <a:rPr lang="de-DE" dirty="0"/>
              <a:t>)</a:t>
            </a:r>
          </a:p>
          <a:p>
            <a:pPr marL="0" indent="0">
              <a:buNone/>
            </a:pPr>
            <a:endParaRPr lang="de-DE" dirty="0"/>
          </a:p>
          <a:p>
            <a:pPr marL="0" indent="0">
              <a:buNone/>
            </a:pPr>
            <a:r>
              <a:rPr lang="de-DE" dirty="0" err="1"/>
              <a:t>What</a:t>
            </a:r>
            <a:r>
              <a:rPr lang="de-DE" dirty="0"/>
              <a:t> </a:t>
            </a:r>
            <a:r>
              <a:rPr lang="de-DE" dirty="0" err="1"/>
              <a:t>if</a:t>
            </a:r>
            <a:r>
              <a:rPr lang="de-DE" dirty="0"/>
              <a:t> </a:t>
            </a:r>
            <a:r>
              <a:rPr lang="de-DE" dirty="0" err="1"/>
              <a:t>the</a:t>
            </a:r>
            <a:r>
              <a:rPr lang="de-DE" dirty="0"/>
              <a:t> </a:t>
            </a:r>
            <a:r>
              <a:rPr lang="de-DE" dirty="0" err="1"/>
              <a:t>system</a:t>
            </a:r>
            <a:r>
              <a:rPr lang="de-DE" dirty="0"/>
              <a:t> </a:t>
            </a:r>
            <a:r>
              <a:rPr lang="de-DE" dirty="0" err="1"/>
              <a:t>is</a:t>
            </a:r>
            <a:r>
              <a:rPr lang="de-DE" dirty="0"/>
              <a:t> </a:t>
            </a:r>
            <a:r>
              <a:rPr lang="de-DE" dirty="0" err="1"/>
              <a:t>too</a:t>
            </a:r>
            <a:r>
              <a:rPr lang="de-DE" dirty="0"/>
              <a:t> </a:t>
            </a:r>
            <a:r>
              <a:rPr lang="de-DE" dirty="0" err="1"/>
              <a:t>complex</a:t>
            </a:r>
            <a:r>
              <a:rPr lang="de-DE" dirty="0"/>
              <a:t> </a:t>
            </a:r>
            <a:r>
              <a:rPr lang="de-DE" dirty="0" err="1"/>
              <a:t>to</a:t>
            </a:r>
            <a:r>
              <a:rPr lang="de-DE" dirty="0"/>
              <a:t> </a:t>
            </a:r>
            <a:r>
              <a:rPr lang="de-DE" dirty="0" err="1"/>
              <a:t>model</a:t>
            </a:r>
            <a:r>
              <a:rPr lang="de-DE" dirty="0"/>
              <a:t> </a:t>
            </a:r>
            <a:r>
              <a:rPr lang="de-DE" dirty="0" err="1"/>
              <a:t>accurately</a:t>
            </a:r>
            <a:r>
              <a:rPr lang="de-DE" dirty="0"/>
              <a:t>?</a:t>
            </a:r>
          </a:p>
          <a:p>
            <a:pPr marL="0" indent="0">
              <a:buNone/>
            </a:pPr>
            <a:r>
              <a:rPr lang="de-DE" dirty="0">
                <a:sym typeface="Wingdings" pitchFamily="2" charset="2"/>
              </a:rPr>
              <a:t> </a:t>
            </a:r>
            <a:r>
              <a:rPr lang="de-DE" dirty="0" err="1"/>
              <a:t>Learn</a:t>
            </a:r>
            <a:r>
              <a:rPr lang="de-DE" dirty="0"/>
              <a:t> </a:t>
            </a:r>
            <a:r>
              <a:rPr lang="de-DE" dirty="0" err="1"/>
              <a:t>behavior</a:t>
            </a:r>
            <a:r>
              <a:rPr lang="de-DE" dirty="0"/>
              <a:t> </a:t>
            </a:r>
            <a:r>
              <a:rPr lang="de-DE" dirty="0" err="1"/>
              <a:t>directly</a:t>
            </a:r>
            <a:r>
              <a:rPr lang="de-DE" dirty="0"/>
              <a:t> </a:t>
            </a:r>
            <a:r>
              <a:rPr lang="de-DE" dirty="0" err="1"/>
              <a:t>from</a:t>
            </a:r>
            <a:r>
              <a:rPr lang="de-DE" dirty="0"/>
              <a:t> </a:t>
            </a:r>
            <a:r>
              <a:rPr lang="de-DE" dirty="0" err="1"/>
              <a:t>data</a:t>
            </a:r>
            <a:endParaRPr lang="de-DE" dirty="0"/>
          </a:p>
        </p:txBody>
      </p:sp>
      <p:sp>
        <p:nvSpPr>
          <p:cNvPr id="4" name="Foliennummernplatzhalter 3">
            <a:extLst>
              <a:ext uri="{FF2B5EF4-FFF2-40B4-BE49-F238E27FC236}">
                <a16:creationId xmlns:a16="http://schemas.microsoft.com/office/drawing/2014/main" id="{F40BE38B-EED0-1CCD-AC1B-7466E8330DD8}"/>
              </a:ext>
            </a:extLst>
          </p:cNvPr>
          <p:cNvSpPr>
            <a:spLocks noGrp="1"/>
          </p:cNvSpPr>
          <p:nvPr>
            <p:ph type="sldNum" sz="quarter" idx="12"/>
          </p:nvPr>
        </p:nvSpPr>
        <p:spPr/>
        <p:txBody>
          <a:bodyPr/>
          <a:lstStyle/>
          <a:p>
            <a:fld id="{08C366F5-AFAD-49CB-854A-9D9E238FCA13}" type="slidenum">
              <a:rPr lang="en-GB" smtClean="0"/>
              <a:t>12</a:t>
            </a:fld>
            <a:endParaRPr lang="en-GB"/>
          </a:p>
        </p:txBody>
      </p:sp>
    </p:spTree>
    <p:extLst>
      <p:ext uri="{BB962C8B-B14F-4D97-AF65-F5344CB8AC3E}">
        <p14:creationId xmlns:p14="http://schemas.microsoft.com/office/powerpoint/2010/main" val="2305644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B28216-4DD7-5D48-4CCF-32E3E95B5C1C}"/>
              </a:ext>
            </a:extLst>
          </p:cNvPr>
          <p:cNvSpPr>
            <a:spLocks noGrp="1"/>
          </p:cNvSpPr>
          <p:nvPr>
            <p:ph type="title"/>
          </p:nvPr>
        </p:nvSpPr>
        <p:spPr/>
        <p:txBody>
          <a:bodyPr/>
          <a:lstStyle/>
          <a:p>
            <a:r>
              <a:rPr lang="de-DE" dirty="0"/>
              <a:t>Reinforcement Learning (RL)</a:t>
            </a:r>
          </a:p>
        </p:txBody>
      </p:sp>
      <p:sp>
        <p:nvSpPr>
          <p:cNvPr id="3" name="Inhaltsplatzhalter 2">
            <a:extLst>
              <a:ext uri="{FF2B5EF4-FFF2-40B4-BE49-F238E27FC236}">
                <a16:creationId xmlns:a16="http://schemas.microsoft.com/office/drawing/2014/main" id="{9B18D8FC-DB4C-EDC0-1A7D-5393BCD65E61}"/>
              </a:ext>
            </a:extLst>
          </p:cNvPr>
          <p:cNvSpPr>
            <a:spLocks noGrp="1"/>
          </p:cNvSpPr>
          <p:nvPr>
            <p:ph idx="1"/>
          </p:nvPr>
        </p:nvSpPr>
        <p:spPr/>
        <p:txBody>
          <a:bodyPr/>
          <a:lstStyle/>
          <a:p>
            <a:r>
              <a:rPr lang="de-DE" dirty="0"/>
              <a:t>Learning </a:t>
            </a:r>
            <a:r>
              <a:rPr lang="de-DE" dirty="0" err="1"/>
              <a:t>control</a:t>
            </a:r>
            <a:r>
              <a:rPr lang="de-DE" dirty="0"/>
              <a:t> </a:t>
            </a:r>
            <a:r>
              <a:rPr lang="de-DE" dirty="0" err="1"/>
              <a:t>from</a:t>
            </a:r>
            <a:r>
              <a:rPr lang="de-DE" dirty="0"/>
              <a:t> </a:t>
            </a:r>
            <a:r>
              <a:rPr lang="de-DE" dirty="0" err="1"/>
              <a:t>interaction</a:t>
            </a:r>
            <a:r>
              <a:rPr lang="de-DE" dirty="0"/>
              <a:t> </a:t>
            </a:r>
            <a:r>
              <a:rPr lang="de-DE" dirty="0">
                <a:sym typeface="Wingdings" pitchFamily="2" charset="2"/>
              </a:rPr>
              <a:t> </a:t>
            </a:r>
            <a:r>
              <a:rPr lang="de-DE" dirty="0" err="1">
                <a:sym typeface="Wingdings" pitchFamily="2" charset="2"/>
              </a:rPr>
              <a:t>data-driven</a:t>
            </a:r>
            <a:endParaRPr lang="de-DE" dirty="0"/>
          </a:p>
          <a:p>
            <a:r>
              <a:rPr lang="de-DE" dirty="0" err="1"/>
              <a:t>Trial-and-error</a:t>
            </a:r>
            <a:r>
              <a:rPr lang="de-DE" dirty="0"/>
              <a:t> </a:t>
            </a:r>
            <a:r>
              <a:rPr lang="de-DE" dirty="0" err="1"/>
              <a:t>approach</a:t>
            </a:r>
            <a:r>
              <a:rPr lang="de-DE" dirty="0"/>
              <a:t>: </a:t>
            </a:r>
            <a:r>
              <a:rPr lang="de-DE" dirty="0" err="1"/>
              <a:t>no</a:t>
            </a:r>
            <a:r>
              <a:rPr lang="de-DE" dirty="0"/>
              <a:t> explicit </a:t>
            </a:r>
            <a:r>
              <a:rPr lang="de-DE" dirty="0" err="1"/>
              <a:t>model</a:t>
            </a:r>
            <a:r>
              <a:rPr lang="de-DE" dirty="0"/>
              <a:t> </a:t>
            </a:r>
            <a:r>
              <a:rPr lang="de-DE" dirty="0" err="1"/>
              <a:t>required</a:t>
            </a:r>
            <a:endParaRPr lang="de-DE" dirty="0"/>
          </a:p>
          <a:p>
            <a:endParaRPr lang="de-DE" dirty="0"/>
          </a:p>
          <a:p>
            <a:r>
              <a:rPr lang="de-DE" dirty="0"/>
              <a:t>State: </a:t>
            </a:r>
            <a:r>
              <a:rPr lang="de-DE" dirty="0" err="1"/>
              <a:t>current</a:t>
            </a:r>
            <a:r>
              <a:rPr lang="de-DE" dirty="0"/>
              <a:t> </a:t>
            </a:r>
            <a:r>
              <a:rPr lang="de-DE" dirty="0" err="1"/>
              <a:t>situation</a:t>
            </a:r>
            <a:r>
              <a:rPr lang="de-DE" dirty="0"/>
              <a:t> </a:t>
            </a:r>
            <a:r>
              <a:rPr lang="de-DE" dirty="0" err="1"/>
              <a:t>of</a:t>
            </a:r>
            <a:r>
              <a:rPr lang="de-DE" dirty="0"/>
              <a:t> </a:t>
            </a:r>
            <a:r>
              <a:rPr lang="de-DE" dirty="0" err="1"/>
              <a:t>the</a:t>
            </a:r>
            <a:r>
              <a:rPr lang="de-DE" dirty="0"/>
              <a:t> </a:t>
            </a:r>
            <a:r>
              <a:rPr lang="de-DE" dirty="0" err="1"/>
              <a:t>system</a:t>
            </a:r>
            <a:endParaRPr lang="de-DE" dirty="0"/>
          </a:p>
          <a:p>
            <a:r>
              <a:rPr lang="de-DE" dirty="0"/>
              <a:t>Action: </a:t>
            </a:r>
            <a:r>
              <a:rPr lang="de-DE" dirty="0" err="1"/>
              <a:t>control</a:t>
            </a:r>
            <a:r>
              <a:rPr lang="de-DE" dirty="0"/>
              <a:t> </a:t>
            </a:r>
            <a:r>
              <a:rPr lang="de-DE" dirty="0" err="1"/>
              <a:t>input</a:t>
            </a:r>
            <a:endParaRPr lang="de-DE" dirty="0"/>
          </a:p>
          <a:p>
            <a:r>
              <a:rPr lang="de-DE" dirty="0" err="1"/>
              <a:t>Reward</a:t>
            </a:r>
            <a:r>
              <a:rPr lang="de-DE" dirty="0"/>
              <a:t>: </a:t>
            </a:r>
            <a:r>
              <a:rPr lang="de-DE" dirty="0" err="1"/>
              <a:t>measure</a:t>
            </a:r>
            <a:r>
              <a:rPr lang="de-DE" dirty="0"/>
              <a:t> </a:t>
            </a:r>
            <a:r>
              <a:rPr lang="de-DE" dirty="0" err="1"/>
              <a:t>of</a:t>
            </a:r>
            <a:r>
              <a:rPr lang="de-DE" dirty="0"/>
              <a:t> </a:t>
            </a:r>
            <a:r>
              <a:rPr lang="de-DE" dirty="0" err="1"/>
              <a:t>performance</a:t>
            </a:r>
            <a:endParaRPr lang="de-DE" dirty="0"/>
          </a:p>
          <a:p>
            <a:r>
              <a:rPr lang="de-DE" dirty="0"/>
              <a:t>Policy: </a:t>
            </a:r>
            <a:r>
              <a:rPr lang="de-DE" dirty="0" err="1"/>
              <a:t>mapping</a:t>
            </a:r>
            <a:r>
              <a:rPr lang="de-DE" dirty="0"/>
              <a:t> </a:t>
            </a:r>
            <a:r>
              <a:rPr lang="de-DE" dirty="0" err="1"/>
              <a:t>from</a:t>
            </a:r>
            <a:r>
              <a:rPr lang="de-DE" dirty="0"/>
              <a:t> </a:t>
            </a:r>
            <a:r>
              <a:rPr lang="de-DE" dirty="0" err="1"/>
              <a:t>state</a:t>
            </a:r>
            <a:r>
              <a:rPr lang="de-DE" dirty="0"/>
              <a:t> </a:t>
            </a:r>
            <a:r>
              <a:rPr lang="de-DE" dirty="0" err="1"/>
              <a:t>to</a:t>
            </a:r>
            <a:r>
              <a:rPr lang="de-DE" dirty="0"/>
              <a:t> </a:t>
            </a:r>
            <a:r>
              <a:rPr lang="de-DE" dirty="0" err="1"/>
              <a:t>action</a:t>
            </a:r>
            <a:endParaRPr lang="de-DE" dirty="0"/>
          </a:p>
        </p:txBody>
      </p:sp>
      <p:sp>
        <p:nvSpPr>
          <p:cNvPr id="4" name="Foliennummernplatzhalter 3">
            <a:extLst>
              <a:ext uri="{FF2B5EF4-FFF2-40B4-BE49-F238E27FC236}">
                <a16:creationId xmlns:a16="http://schemas.microsoft.com/office/drawing/2014/main" id="{082E5728-BB1A-C473-B574-4BC841C89A2A}"/>
              </a:ext>
            </a:extLst>
          </p:cNvPr>
          <p:cNvSpPr>
            <a:spLocks noGrp="1"/>
          </p:cNvSpPr>
          <p:nvPr>
            <p:ph type="sldNum" sz="quarter" idx="12"/>
          </p:nvPr>
        </p:nvSpPr>
        <p:spPr/>
        <p:txBody>
          <a:bodyPr/>
          <a:lstStyle/>
          <a:p>
            <a:fld id="{08C366F5-AFAD-49CB-854A-9D9E238FCA13}" type="slidenum">
              <a:rPr lang="en-GB" smtClean="0"/>
              <a:t>13</a:t>
            </a:fld>
            <a:endParaRPr lang="en-GB"/>
          </a:p>
        </p:txBody>
      </p:sp>
      <p:grpSp>
        <p:nvGrpSpPr>
          <p:cNvPr id="5" name="Group 6">
            <a:extLst>
              <a:ext uri="{FF2B5EF4-FFF2-40B4-BE49-F238E27FC236}">
                <a16:creationId xmlns:a16="http://schemas.microsoft.com/office/drawing/2014/main" id="{2BDF6D24-70DF-53BB-59EC-043F82909F03}"/>
              </a:ext>
            </a:extLst>
          </p:cNvPr>
          <p:cNvGrpSpPr/>
          <p:nvPr/>
        </p:nvGrpSpPr>
        <p:grpSpPr>
          <a:xfrm>
            <a:off x="9128760" y="2617957"/>
            <a:ext cx="2750387" cy="2991600"/>
            <a:chOff x="4623579" y="1771810"/>
            <a:chExt cx="2750387" cy="2986245"/>
          </a:xfrm>
        </p:grpSpPr>
        <p:pic>
          <p:nvPicPr>
            <p:cNvPr id="6" name="Picture 3">
              <a:extLst>
                <a:ext uri="{FF2B5EF4-FFF2-40B4-BE49-F238E27FC236}">
                  <a16:creationId xmlns:a16="http://schemas.microsoft.com/office/drawing/2014/main" id="{C5668C87-7251-F003-8973-929A0874F40F}"/>
                </a:ext>
              </a:extLst>
            </p:cNvPr>
            <p:cNvPicPr>
              <a:picLocks noChangeAspect="1"/>
            </p:cNvPicPr>
            <p:nvPr/>
          </p:nvPicPr>
          <p:blipFill>
            <a:blip r:embed="rId2"/>
            <a:stretch>
              <a:fillRect/>
            </a:stretch>
          </p:blipFill>
          <p:spPr>
            <a:xfrm>
              <a:off x="4623579" y="2701661"/>
              <a:ext cx="2750387" cy="1340814"/>
            </a:xfrm>
            <a:prstGeom prst="rect">
              <a:avLst/>
            </a:prstGeom>
          </p:spPr>
        </p:pic>
        <p:pic>
          <p:nvPicPr>
            <p:cNvPr id="7" name="Picture 4">
              <a:extLst>
                <a:ext uri="{FF2B5EF4-FFF2-40B4-BE49-F238E27FC236}">
                  <a16:creationId xmlns:a16="http://schemas.microsoft.com/office/drawing/2014/main" id="{8A00989F-C33C-37E7-2AB2-693EA8017D80}"/>
                </a:ext>
              </a:extLst>
            </p:cNvPr>
            <p:cNvPicPr>
              <a:picLocks noChangeAspect="1"/>
            </p:cNvPicPr>
            <p:nvPr/>
          </p:nvPicPr>
          <p:blipFill>
            <a:blip r:embed="rId3"/>
            <a:stretch>
              <a:fillRect/>
            </a:stretch>
          </p:blipFill>
          <p:spPr>
            <a:xfrm>
              <a:off x="5469482" y="1771810"/>
              <a:ext cx="1021958" cy="918030"/>
            </a:xfrm>
            <a:prstGeom prst="rect">
              <a:avLst/>
            </a:prstGeom>
          </p:spPr>
        </p:pic>
        <p:pic>
          <p:nvPicPr>
            <p:cNvPr id="8" name="Picture 5">
              <a:extLst>
                <a:ext uri="{FF2B5EF4-FFF2-40B4-BE49-F238E27FC236}">
                  <a16:creationId xmlns:a16="http://schemas.microsoft.com/office/drawing/2014/main" id="{EA4EEBB7-5692-9889-BE43-90F62B3F7EBE}"/>
                </a:ext>
              </a:extLst>
            </p:cNvPr>
            <p:cNvPicPr>
              <a:picLocks noChangeAspect="1"/>
            </p:cNvPicPr>
            <p:nvPr/>
          </p:nvPicPr>
          <p:blipFill>
            <a:blip r:embed="rId4"/>
            <a:stretch>
              <a:fillRect/>
            </a:stretch>
          </p:blipFill>
          <p:spPr>
            <a:xfrm flipH="1">
              <a:off x="5708287" y="4001698"/>
              <a:ext cx="544348" cy="756357"/>
            </a:xfrm>
            <a:prstGeom prst="rect">
              <a:avLst/>
            </a:prstGeom>
          </p:spPr>
        </p:pic>
      </p:grpSp>
    </p:spTree>
    <p:extLst>
      <p:ext uri="{BB962C8B-B14F-4D97-AF65-F5344CB8AC3E}">
        <p14:creationId xmlns:p14="http://schemas.microsoft.com/office/powerpoint/2010/main" val="1031720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4CCBB1D-63B4-832C-E8F7-F0C91A1D6C33}"/>
              </a:ext>
            </a:extLst>
          </p:cNvPr>
          <p:cNvSpPr>
            <a:spLocks noGrp="1"/>
          </p:cNvSpPr>
          <p:nvPr>
            <p:ph type="title"/>
          </p:nvPr>
        </p:nvSpPr>
        <p:spPr/>
        <p:txBody>
          <a:bodyPr/>
          <a:lstStyle/>
          <a:p>
            <a:r>
              <a:rPr lang="de-DE" dirty="0" err="1"/>
              <a:t>Reward</a:t>
            </a:r>
            <a:r>
              <a:rPr lang="de-DE" dirty="0"/>
              <a:t> Concept</a:t>
            </a:r>
          </a:p>
        </p:txBody>
      </p:sp>
      <mc:AlternateContent xmlns:mc="http://schemas.openxmlformats.org/markup-compatibility/2006" xmlns:a14="http://schemas.microsoft.com/office/drawing/2010/main">
        <mc:Choice Requires="a14">
          <p:sp>
            <p:nvSpPr>
              <p:cNvPr id="3" name="Inhaltsplatzhalter 2">
                <a:extLst>
                  <a:ext uri="{FF2B5EF4-FFF2-40B4-BE49-F238E27FC236}">
                    <a16:creationId xmlns:a16="http://schemas.microsoft.com/office/drawing/2014/main" id="{2CD24AF6-6566-4ABE-E0DC-78CCFEE7B392}"/>
                  </a:ext>
                </a:extLst>
              </p:cNvPr>
              <p:cNvSpPr>
                <a:spLocks noGrp="1"/>
              </p:cNvSpPr>
              <p:nvPr>
                <p:ph idx="1"/>
              </p:nvPr>
            </p:nvSpPr>
            <p:spPr/>
            <p:txBody>
              <a:bodyPr>
                <a:normAutofit lnSpcReduction="10000"/>
              </a:bodyPr>
              <a:lstStyle/>
              <a:p>
                <a:pPr marL="0" indent="0">
                  <a:buNone/>
                </a:pPr>
                <a:r>
                  <a:rPr lang="de-DE" sz="2400" dirty="0"/>
                  <a:t>R</a:t>
                </a:r>
                <a:r>
                  <a:rPr lang="de-DE" sz="2400" dirty="0" err="1"/>
                  <a:t>eward</a:t>
                </a:r>
                <a:r>
                  <a:rPr lang="de-DE" sz="2400" dirty="0"/>
                  <a:t> </a:t>
                </a:r>
                <a:r>
                  <a:rPr lang="de-DE" sz="2400" dirty="0" err="1"/>
                  <a:t>defines</a:t>
                </a:r>
                <a:r>
                  <a:rPr lang="de-DE" sz="2400" dirty="0"/>
                  <a:t> </a:t>
                </a:r>
                <a:r>
                  <a:rPr lang="de-DE" sz="2400" b="1" dirty="0" err="1"/>
                  <a:t>what</a:t>
                </a:r>
                <a:r>
                  <a:rPr lang="de-DE" sz="2400" b="1" dirty="0"/>
                  <a:t> “</a:t>
                </a:r>
                <a:r>
                  <a:rPr lang="de-DE" sz="2400" b="1" dirty="0" err="1"/>
                  <a:t>good</a:t>
                </a:r>
                <a:r>
                  <a:rPr lang="de-DE" sz="2400" b="1" dirty="0"/>
                  <a:t> </a:t>
                </a:r>
                <a:r>
                  <a:rPr lang="de-DE" sz="2400" b="1" dirty="0" err="1"/>
                  <a:t>behavior</a:t>
                </a:r>
                <a:r>
                  <a:rPr lang="de-DE" sz="2400" b="1" dirty="0"/>
                  <a:t>” </a:t>
                </a:r>
                <a:r>
                  <a:rPr lang="de-DE" sz="2400" b="1" dirty="0" err="1"/>
                  <a:t>means</a:t>
                </a:r>
                <a:endParaRPr lang="de-DE" sz="2400" dirty="0"/>
              </a:p>
              <a:p>
                <a:r>
                  <a:rPr lang="de-DE" sz="2400" dirty="0"/>
                  <a:t>Scalar </a:t>
                </a:r>
                <a:r>
                  <a:rPr lang="de-DE" sz="2400" dirty="0" err="1"/>
                  <a:t>signal</a:t>
                </a:r>
                <a:r>
                  <a:rPr lang="de-DE" sz="2400" dirty="0"/>
                  <a:t> </a:t>
                </a:r>
                <a14:m>
                  <m:oMath xmlns:m="http://schemas.openxmlformats.org/officeDocument/2006/math">
                    <m:r>
                      <a:rPr lang="de-DE" sz="2400" i="1">
                        <a:latin typeface="Cambria Math" panose="02040503050406030204" pitchFamily="18" charset="0"/>
                      </a:rPr>
                      <m:t>𝑟</m:t>
                    </m:r>
                  </m:oMath>
                </a14:m>
                <a:r>
                  <a:rPr lang="de-DE" sz="2400" dirty="0"/>
                  <a:t> </a:t>
                </a:r>
                <a:r>
                  <a:rPr lang="de-DE" sz="2400" dirty="0" err="1"/>
                  <a:t>received</a:t>
                </a:r>
                <a:r>
                  <a:rPr lang="de-DE" sz="2400" dirty="0"/>
                  <a:t> after </a:t>
                </a:r>
                <a:r>
                  <a:rPr lang="de-DE" sz="2400" dirty="0" err="1"/>
                  <a:t>each</a:t>
                </a:r>
                <a:r>
                  <a:rPr lang="de-DE" sz="2400" dirty="0"/>
                  <a:t> </a:t>
                </a:r>
                <a:r>
                  <a:rPr lang="de-DE" sz="2400" dirty="0" err="1"/>
                  <a:t>action</a:t>
                </a:r>
                <a:r>
                  <a:rPr lang="de-DE" sz="2400" dirty="0"/>
                  <a:t> (</a:t>
                </a:r>
                <a:r>
                  <a:rPr lang="de-DE" sz="2400" dirty="0" err="1"/>
                  <a:t>potentially</a:t>
                </a:r>
                <a:r>
                  <a:rPr lang="de-DE" sz="2400" dirty="0"/>
                  <a:t> also </a:t>
                </a:r>
                <a:r>
                  <a:rPr lang="de-DE" sz="2400" dirty="0" err="1"/>
                  <a:t>delayed</a:t>
                </a:r>
                <a:r>
                  <a:rPr lang="de-DE" sz="2400" dirty="0"/>
                  <a:t> </a:t>
                </a:r>
                <a:r>
                  <a:rPr lang="de-DE" sz="2400" dirty="0" err="1"/>
                  <a:t>effects</a:t>
                </a:r>
                <a:r>
                  <a:rPr lang="de-DE" sz="2400" dirty="0"/>
                  <a:t>)</a:t>
                </a:r>
              </a:p>
              <a:p>
                <a:r>
                  <a:rPr lang="de-DE" sz="2400" dirty="0"/>
                  <a:t>Guides </a:t>
                </a:r>
                <a:r>
                  <a:rPr lang="de-DE" sz="2400" dirty="0" err="1"/>
                  <a:t>the</a:t>
                </a:r>
                <a:r>
                  <a:rPr lang="de-DE" sz="2400" dirty="0"/>
                  <a:t> </a:t>
                </a:r>
                <a:r>
                  <a:rPr lang="de-DE" sz="2400" dirty="0" err="1"/>
                  <a:t>learning</a:t>
                </a:r>
                <a:r>
                  <a:rPr lang="de-DE" sz="2400" dirty="0"/>
                  <a:t> </a:t>
                </a:r>
                <a:r>
                  <a:rPr lang="de-DE" sz="2400" dirty="0" err="1"/>
                  <a:t>process</a:t>
                </a:r>
                <a:endParaRPr lang="de-DE" sz="2400" dirty="0"/>
              </a:p>
              <a:p>
                <a:pPr marL="0" indent="0">
                  <a:buNone/>
                </a:pPr>
                <a:endParaRPr lang="de-DE" sz="2400" dirty="0"/>
              </a:p>
              <a:p>
                <a:pPr marL="0" indent="0">
                  <a:buNone/>
                </a:pPr>
                <a:r>
                  <a:rPr lang="de-DE" sz="2400" dirty="0"/>
                  <a:t>RL </a:t>
                </a:r>
                <a:r>
                  <a:rPr lang="de-DE" sz="2400" dirty="0" err="1"/>
                  <a:t>aims</a:t>
                </a:r>
                <a:r>
                  <a:rPr lang="de-DE" sz="2400" dirty="0"/>
                  <a:t> </a:t>
                </a:r>
                <a:r>
                  <a:rPr lang="de-DE" sz="2400" dirty="0" err="1"/>
                  <a:t>to</a:t>
                </a:r>
                <a:r>
                  <a:rPr lang="de-DE" sz="2400" dirty="0"/>
                  <a:t> </a:t>
                </a:r>
                <a:r>
                  <a:rPr lang="de-DE" sz="2400" dirty="0" err="1"/>
                  <a:t>maximize</a:t>
                </a:r>
                <a:r>
                  <a:rPr lang="de-DE" sz="2400" dirty="0"/>
                  <a:t> </a:t>
                </a:r>
                <a:r>
                  <a:rPr lang="de-DE" sz="2400" dirty="0" err="1"/>
                  <a:t>long</a:t>
                </a:r>
                <a:r>
                  <a:rPr lang="de-DE" sz="2400" dirty="0"/>
                  <a:t>-term </a:t>
                </a:r>
                <a:r>
                  <a:rPr lang="de-DE" sz="2400" dirty="0" err="1"/>
                  <a:t>reward</a:t>
                </a:r>
                <a:r>
                  <a:rPr lang="de-DE" sz="2400" dirty="0"/>
                  <a:t>, e.g., </a:t>
                </a:r>
                <a14:m>
                  <m:oMath xmlns:m="http://schemas.openxmlformats.org/officeDocument/2006/math">
                    <m:nary>
                      <m:naryPr>
                        <m:chr m:val="∑"/>
                        <m:ctrlPr>
                          <a:rPr lang="de-DE" sz="2400" i="1" smtClean="0">
                            <a:latin typeface="Cambria Math" panose="02040503050406030204" pitchFamily="18" charset="0"/>
                          </a:rPr>
                        </m:ctrlPr>
                      </m:naryPr>
                      <m:sub>
                        <m:r>
                          <m:rPr>
                            <m:brk m:alnAt="23"/>
                          </m:rPr>
                          <a:rPr lang="de-DE" sz="2400" b="0" i="1" smtClean="0">
                            <a:latin typeface="Cambria Math" panose="02040503050406030204" pitchFamily="18" charset="0"/>
                          </a:rPr>
                          <m:t>𝑘</m:t>
                        </m:r>
                        <m:r>
                          <a:rPr lang="de-DE" sz="2400" b="0" i="1" smtClean="0">
                            <a:latin typeface="Cambria Math" panose="02040503050406030204" pitchFamily="18" charset="0"/>
                          </a:rPr>
                          <m:t>=0</m:t>
                        </m:r>
                      </m:sub>
                      <m:sup>
                        <m:r>
                          <a:rPr lang="de-DE" sz="2400" i="1" smtClean="0">
                            <a:latin typeface="Cambria Math" panose="02040503050406030204" pitchFamily="18" charset="0"/>
                            <a:ea typeface="Cambria Math" panose="02040503050406030204" pitchFamily="18" charset="0"/>
                          </a:rPr>
                          <m:t>∞</m:t>
                        </m:r>
                      </m:sup>
                      <m:e>
                        <m:sSub>
                          <m:sSubPr>
                            <m:ctrlPr>
                              <a:rPr lang="de-DE" sz="2400" i="1" smtClean="0">
                                <a:latin typeface="Cambria Math" panose="02040503050406030204" pitchFamily="18" charset="0"/>
                              </a:rPr>
                            </m:ctrlPr>
                          </m:sSubPr>
                          <m:e>
                            <m:r>
                              <a:rPr lang="de-DE" sz="2400" b="0" i="1" smtClean="0">
                                <a:latin typeface="Cambria Math" panose="02040503050406030204" pitchFamily="18" charset="0"/>
                              </a:rPr>
                              <m:t>𝑟</m:t>
                            </m:r>
                          </m:e>
                          <m:sub>
                            <m:r>
                              <a:rPr lang="de-DE" sz="2400" b="0" i="1" smtClean="0">
                                <a:latin typeface="Cambria Math" panose="02040503050406030204" pitchFamily="18" charset="0"/>
                              </a:rPr>
                              <m:t>𝑘</m:t>
                            </m:r>
                          </m:sub>
                        </m:sSub>
                      </m:e>
                    </m:nary>
                  </m:oMath>
                </a14:m>
                <a:endParaRPr lang="de-DE" sz="2400" dirty="0"/>
              </a:p>
              <a:p>
                <a:pPr marL="0" indent="0">
                  <a:buNone/>
                </a:pPr>
                <a:endParaRPr lang="de-DE" sz="2400" dirty="0"/>
              </a:p>
              <a:p>
                <a:pPr marL="0" indent="0">
                  <a:buNone/>
                </a:pPr>
                <a:r>
                  <a:rPr lang="de-DE" sz="2400" dirty="0" err="1"/>
                  <a:t>Examples</a:t>
                </a:r>
                <a:r>
                  <a:rPr lang="de-DE" sz="2400" dirty="0"/>
                  <a:t> </a:t>
                </a:r>
                <a:r>
                  <a:rPr lang="de-DE" sz="2400" dirty="0" err="1"/>
                  <a:t>for</a:t>
                </a:r>
                <a:r>
                  <a:rPr lang="de-DE" sz="2400" dirty="0"/>
                  <a:t> </a:t>
                </a:r>
                <a:r>
                  <a:rPr lang="de-DE" sz="2400" dirty="0" err="1"/>
                  <a:t>reward</a:t>
                </a:r>
                <a:r>
                  <a:rPr lang="de-DE" sz="2400" dirty="0"/>
                  <a:t>: − </a:t>
                </a:r>
                <a:r>
                  <a:rPr lang="de-DE" sz="2400" dirty="0" err="1"/>
                  <a:t>tracking</a:t>
                </a:r>
                <a:r>
                  <a:rPr lang="de-DE" sz="2400" dirty="0"/>
                  <a:t> </a:t>
                </a:r>
                <a:r>
                  <a:rPr lang="de-DE" sz="2400" dirty="0" err="1"/>
                  <a:t>error</a:t>
                </a:r>
                <a:r>
                  <a:rPr lang="de-DE" sz="2400" dirty="0"/>
                  <a:t>, − </a:t>
                </a:r>
                <a:r>
                  <a:rPr lang="de-DE" sz="2400" dirty="0" err="1"/>
                  <a:t>energy</a:t>
                </a:r>
                <a:r>
                  <a:rPr lang="de-DE" sz="2400" dirty="0"/>
                  <a:t> </a:t>
                </a:r>
                <a:r>
                  <a:rPr lang="de-DE" sz="2400" dirty="0" err="1"/>
                  <a:t>consumption</a:t>
                </a:r>
                <a:endParaRPr lang="de-DE" sz="2400" dirty="0"/>
              </a:p>
              <a:p>
                <a:pPr marL="0" indent="0">
                  <a:buNone/>
                </a:pPr>
                <a:endParaRPr lang="de-DE" sz="2400" dirty="0"/>
              </a:p>
              <a:p>
                <a:pPr marL="0" indent="0">
                  <a:buNone/>
                </a:pPr>
                <a:r>
                  <a:rPr lang="de-DE" sz="2400" dirty="0" err="1"/>
                  <a:t>Instead</a:t>
                </a:r>
                <a:r>
                  <a:rPr lang="de-DE" sz="2400" dirty="0"/>
                  <a:t> </a:t>
                </a:r>
                <a:r>
                  <a:rPr lang="de-DE" sz="2400" dirty="0" err="1"/>
                  <a:t>of</a:t>
                </a:r>
                <a:r>
                  <a:rPr lang="de-DE" sz="2400" dirty="0"/>
                  <a:t> </a:t>
                </a:r>
                <a:r>
                  <a:rPr lang="de-DE" sz="2400" dirty="0" err="1"/>
                  <a:t>telling</a:t>
                </a:r>
                <a:r>
                  <a:rPr lang="de-DE" sz="2400" dirty="0"/>
                  <a:t> </a:t>
                </a:r>
                <a:r>
                  <a:rPr lang="de-DE" sz="2400" dirty="0" err="1"/>
                  <a:t>the</a:t>
                </a:r>
                <a:r>
                  <a:rPr lang="de-DE" sz="2400" dirty="0"/>
                  <a:t> </a:t>
                </a:r>
                <a:r>
                  <a:rPr lang="de-DE" sz="2400" dirty="0" err="1"/>
                  <a:t>controller</a:t>
                </a:r>
                <a:r>
                  <a:rPr lang="de-DE" sz="2400" dirty="0"/>
                  <a:t> </a:t>
                </a:r>
                <a:r>
                  <a:rPr lang="de-DE" sz="2400" dirty="0" err="1"/>
                  <a:t>exactly</a:t>
                </a:r>
                <a:r>
                  <a:rPr lang="de-DE" sz="2400" dirty="0"/>
                  <a:t> </a:t>
                </a:r>
                <a:r>
                  <a:rPr lang="de-DE" sz="2400" dirty="0" err="1"/>
                  <a:t>what</a:t>
                </a:r>
                <a:r>
                  <a:rPr lang="de-DE" sz="2400" dirty="0"/>
                  <a:t> </a:t>
                </a:r>
                <a:r>
                  <a:rPr lang="de-DE" sz="2400" dirty="0" err="1"/>
                  <a:t>to</a:t>
                </a:r>
                <a:r>
                  <a:rPr lang="de-DE" sz="2400" dirty="0"/>
                  <a:t> do, </a:t>
                </a:r>
                <a:r>
                  <a:rPr lang="de-DE" sz="2400" dirty="0" err="1"/>
                  <a:t>tell</a:t>
                </a:r>
                <a:r>
                  <a:rPr lang="de-DE" sz="2400" dirty="0"/>
                  <a:t> </a:t>
                </a:r>
                <a:r>
                  <a:rPr lang="de-DE" sz="2400" dirty="0" err="1"/>
                  <a:t>it</a:t>
                </a:r>
                <a:r>
                  <a:rPr lang="de-DE" sz="2400" dirty="0"/>
                  <a:t> </a:t>
                </a:r>
                <a:r>
                  <a:rPr lang="de-DE" sz="2400" dirty="0" err="1"/>
                  <a:t>what</a:t>
                </a:r>
                <a:r>
                  <a:rPr lang="de-DE" sz="2400" dirty="0"/>
                  <a:t> </a:t>
                </a:r>
                <a:r>
                  <a:rPr lang="de-DE" sz="2400" dirty="0" err="1"/>
                  <a:t>is</a:t>
                </a:r>
                <a:r>
                  <a:rPr lang="de-DE" sz="2400" dirty="0"/>
                  <a:t> </a:t>
                </a:r>
                <a:r>
                  <a:rPr lang="de-DE" sz="2400" dirty="0" err="1"/>
                  <a:t>good</a:t>
                </a:r>
                <a:r>
                  <a:rPr lang="de-DE" sz="2400" dirty="0"/>
                  <a:t> </a:t>
                </a:r>
                <a:r>
                  <a:rPr lang="de-DE" sz="2400" dirty="0" err="1"/>
                  <a:t>or</a:t>
                </a:r>
                <a:r>
                  <a:rPr lang="de-DE" sz="2400" dirty="0"/>
                  <a:t> </a:t>
                </a:r>
                <a:r>
                  <a:rPr lang="de-DE" sz="2400" dirty="0" err="1"/>
                  <a:t>bad</a:t>
                </a:r>
                <a:r>
                  <a:rPr lang="de-DE" sz="2400" dirty="0"/>
                  <a:t>.</a:t>
                </a:r>
              </a:p>
              <a:p>
                <a:pPr marL="0" indent="0">
                  <a:buNone/>
                </a:pPr>
                <a:r>
                  <a:rPr lang="de-DE" sz="2400" dirty="0">
                    <a:sym typeface="Wingdings" pitchFamily="2" charset="2"/>
                  </a:rPr>
                  <a:t> </a:t>
                </a:r>
                <a:r>
                  <a:rPr lang="de-DE" sz="2400" dirty="0" err="1">
                    <a:sym typeface="Wingdings" pitchFamily="2" charset="2"/>
                  </a:rPr>
                  <a:t>Reward</a:t>
                </a:r>
                <a:r>
                  <a:rPr lang="de-DE" sz="2400" dirty="0">
                    <a:sym typeface="Wingdings" pitchFamily="2" charset="2"/>
                  </a:rPr>
                  <a:t> design</a:t>
                </a:r>
                <a:endParaRPr lang="de-DE" sz="2400" dirty="0"/>
              </a:p>
            </p:txBody>
          </p:sp>
        </mc:Choice>
        <mc:Fallback xmlns="">
          <p:sp>
            <p:nvSpPr>
              <p:cNvPr id="3" name="Inhaltsplatzhalter 2">
                <a:extLst>
                  <a:ext uri="{FF2B5EF4-FFF2-40B4-BE49-F238E27FC236}">
                    <a16:creationId xmlns:a16="http://schemas.microsoft.com/office/drawing/2014/main" id="{2CD24AF6-6566-4ABE-E0DC-78CCFEE7B392}"/>
                  </a:ext>
                </a:extLst>
              </p:cNvPr>
              <p:cNvSpPr>
                <a:spLocks noGrp="1" noRot="1" noChangeAspect="1" noMove="1" noResize="1" noEditPoints="1" noAdjustHandles="1" noChangeArrowheads="1" noChangeShapeType="1" noTextEdit="1"/>
              </p:cNvSpPr>
              <p:nvPr>
                <p:ph idx="1"/>
              </p:nvPr>
            </p:nvSpPr>
            <p:spPr>
              <a:blipFill>
                <a:blip r:embed="rId2"/>
                <a:stretch>
                  <a:fillRect l="-965" t="-2616"/>
                </a:stretch>
              </a:blipFill>
            </p:spPr>
            <p:txBody>
              <a:bodyPr/>
              <a:lstStyle/>
              <a:p>
                <a:r>
                  <a:rPr lang="de-DE">
                    <a:noFill/>
                  </a:rPr>
                  <a:t> </a:t>
                </a:r>
              </a:p>
            </p:txBody>
          </p:sp>
        </mc:Fallback>
      </mc:AlternateContent>
      <p:sp>
        <p:nvSpPr>
          <p:cNvPr id="4" name="Foliennummernplatzhalter 3">
            <a:extLst>
              <a:ext uri="{FF2B5EF4-FFF2-40B4-BE49-F238E27FC236}">
                <a16:creationId xmlns:a16="http://schemas.microsoft.com/office/drawing/2014/main" id="{951178BF-9B5D-1187-6DE8-BC9C5F708589}"/>
              </a:ext>
            </a:extLst>
          </p:cNvPr>
          <p:cNvSpPr>
            <a:spLocks noGrp="1"/>
          </p:cNvSpPr>
          <p:nvPr>
            <p:ph type="sldNum" sz="quarter" idx="12"/>
          </p:nvPr>
        </p:nvSpPr>
        <p:spPr/>
        <p:txBody>
          <a:bodyPr/>
          <a:lstStyle/>
          <a:p>
            <a:fld id="{08C366F5-AFAD-49CB-854A-9D9E238FCA13}" type="slidenum">
              <a:rPr lang="en-GB" smtClean="0"/>
              <a:t>14</a:t>
            </a:fld>
            <a:endParaRPr lang="en-GB"/>
          </a:p>
        </p:txBody>
      </p:sp>
    </p:spTree>
    <p:extLst>
      <p:ext uri="{BB962C8B-B14F-4D97-AF65-F5344CB8AC3E}">
        <p14:creationId xmlns:p14="http://schemas.microsoft.com/office/powerpoint/2010/main" val="3895159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ED3957CF-A84B-372E-11E2-5D3CD020B0E2}"/>
              </a:ext>
            </a:extLst>
          </p:cNvPr>
          <p:cNvSpPr>
            <a:spLocks noGrp="1"/>
          </p:cNvSpPr>
          <p:nvPr>
            <p:ph type="title"/>
          </p:nvPr>
        </p:nvSpPr>
        <p:spPr/>
        <p:txBody>
          <a:bodyPr/>
          <a:lstStyle/>
          <a:p>
            <a:r>
              <a:rPr lang="de-DE" dirty="0"/>
              <a:t>Deep RL</a:t>
            </a:r>
          </a:p>
        </p:txBody>
      </p:sp>
      <p:sp>
        <p:nvSpPr>
          <p:cNvPr id="7" name="Inhaltsplatzhalter 6">
            <a:extLst>
              <a:ext uri="{FF2B5EF4-FFF2-40B4-BE49-F238E27FC236}">
                <a16:creationId xmlns:a16="http://schemas.microsoft.com/office/drawing/2014/main" id="{C4F6C24D-C19F-513C-3605-5B5C1568F171}"/>
              </a:ext>
            </a:extLst>
          </p:cNvPr>
          <p:cNvSpPr>
            <a:spLocks noGrp="1"/>
          </p:cNvSpPr>
          <p:nvPr>
            <p:ph idx="1"/>
          </p:nvPr>
        </p:nvSpPr>
        <p:spPr/>
        <p:txBody>
          <a:bodyPr>
            <a:normAutofit/>
          </a:bodyPr>
          <a:lstStyle/>
          <a:p>
            <a:pPr marL="0" indent="0">
              <a:buNone/>
            </a:pPr>
            <a:r>
              <a:rPr lang="en-GB" sz="2400" dirty="0"/>
              <a:t>tabular methods (calculating values for each state/action) simply memorize observed data</a:t>
            </a:r>
            <a:endParaRPr lang="de-DE" sz="2400" dirty="0"/>
          </a:p>
          <a:p>
            <a:pPr marL="0" indent="0">
              <a:buNone/>
            </a:pPr>
            <a:r>
              <a:rPr lang="de-DE" sz="2400" dirty="0" err="1"/>
              <a:t>problem</a:t>
            </a:r>
            <a:r>
              <a:rPr lang="de-DE" sz="2400" dirty="0"/>
              <a:t> </a:t>
            </a:r>
            <a:r>
              <a:rPr lang="de-DE" sz="2400" dirty="0" err="1"/>
              <a:t>with</a:t>
            </a:r>
            <a:r>
              <a:rPr lang="de-DE" sz="2400" dirty="0"/>
              <a:t> </a:t>
            </a:r>
            <a:r>
              <a:rPr lang="de-DE" sz="2400" dirty="0" err="1"/>
              <a:t>tabular</a:t>
            </a:r>
            <a:r>
              <a:rPr lang="de-DE" sz="2400" dirty="0"/>
              <a:t> </a:t>
            </a:r>
            <a:r>
              <a:rPr lang="de-DE" sz="2400" dirty="0" err="1"/>
              <a:t>solution</a:t>
            </a:r>
            <a:r>
              <a:rPr lang="de-DE" sz="2400" dirty="0"/>
              <a:t> </a:t>
            </a:r>
            <a:r>
              <a:rPr lang="de-DE" sz="2400" dirty="0" err="1"/>
              <a:t>methods</a:t>
            </a:r>
            <a:r>
              <a:rPr lang="de-DE" sz="2400" dirty="0"/>
              <a:t> in </a:t>
            </a:r>
            <a:r>
              <a:rPr lang="de-DE" sz="2400" dirty="0" err="1"/>
              <a:t>practice</a:t>
            </a:r>
            <a:r>
              <a:rPr lang="de-DE" sz="2400" dirty="0"/>
              <a:t>: large </a:t>
            </a:r>
            <a:r>
              <a:rPr lang="de-DE" sz="2400" dirty="0" err="1"/>
              <a:t>state</a:t>
            </a:r>
            <a:r>
              <a:rPr lang="de-DE" sz="2400" dirty="0"/>
              <a:t>/</a:t>
            </a:r>
            <a:r>
              <a:rPr lang="de-DE" sz="2400" dirty="0" err="1"/>
              <a:t>action</a:t>
            </a:r>
            <a:r>
              <a:rPr lang="de-DE" sz="2400" dirty="0"/>
              <a:t> </a:t>
            </a:r>
            <a:r>
              <a:rPr lang="de-DE" sz="2400" dirty="0" err="1"/>
              <a:t>spaces</a:t>
            </a:r>
            <a:r>
              <a:rPr lang="de-DE" sz="2400" dirty="0"/>
              <a:t> </a:t>
            </a:r>
            <a:r>
              <a:rPr lang="de-DE" sz="2400" dirty="0">
                <a:sym typeface="Wingdings" pitchFamily="2" charset="2"/>
              </a:rPr>
              <a:t>(</a:t>
            </a:r>
            <a:r>
              <a:rPr lang="de-DE" sz="2400" dirty="0" err="1">
                <a:sym typeface="Wingdings" pitchFamily="2" charset="2"/>
              </a:rPr>
              <a:t>kind</a:t>
            </a:r>
            <a:r>
              <a:rPr lang="de-DE" sz="2400" dirty="0">
                <a:sym typeface="Wingdings" pitchFamily="2" charset="2"/>
              </a:rPr>
              <a:t> </a:t>
            </a:r>
            <a:r>
              <a:rPr lang="de-DE" sz="2400" dirty="0" err="1">
                <a:sym typeface="Wingdings" pitchFamily="2" charset="2"/>
              </a:rPr>
              <a:t>of</a:t>
            </a:r>
            <a:r>
              <a:rPr lang="de-DE" sz="2400" dirty="0">
                <a:sym typeface="Wingdings" pitchFamily="2" charset="2"/>
              </a:rPr>
              <a:t> </a:t>
            </a:r>
            <a:r>
              <a:rPr lang="de-DE" sz="2400" dirty="0" err="1">
                <a:sym typeface="Wingdings" pitchFamily="2" charset="2"/>
              </a:rPr>
              <a:t>curse</a:t>
            </a:r>
            <a:r>
              <a:rPr lang="de-DE" sz="2400" dirty="0">
                <a:sym typeface="Wingdings" pitchFamily="2" charset="2"/>
              </a:rPr>
              <a:t> </a:t>
            </a:r>
            <a:r>
              <a:rPr lang="de-DE" sz="2400" dirty="0" err="1">
                <a:sym typeface="Wingdings" pitchFamily="2" charset="2"/>
              </a:rPr>
              <a:t>of</a:t>
            </a:r>
            <a:r>
              <a:rPr lang="de-DE" sz="2400" dirty="0">
                <a:sym typeface="Wingdings" pitchFamily="2" charset="2"/>
              </a:rPr>
              <a:t> </a:t>
            </a:r>
            <a:r>
              <a:rPr lang="de-DE" sz="2400" dirty="0" err="1">
                <a:sym typeface="Wingdings" pitchFamily="2" charset="2"/>
              </a:rPr>
              <a:t>dimensionality</a:t>
            </a:r>
            <a:r>
              <a:rPr lang="de-DE" sz="2400" dirty="0">
                <a:sym typeface="Wingdings" pitchFamily="2" charset="2"/>
              </a:rPr>
              <a:t>)</a:t>
            </a:r>
            <a:endParaRPr lang="de-DE" sz="2400" dirty="0"/>
          </a:p>
          <a:p>
            <a:pPr marL="0" indent="0">
              <a:buNone/>
            </a:pPr>
            <a:r>
              <a:rPr lang="de-DE" sz="2400" dirty="0">
                <a:sym typeface="Wingdings" panose="05000000000000000000" pitchFamily="2" charset="2"/>
              </a:rPr>
              <a:t> </a:t>
            </a:r>
            <a:r>
              <a:rPr lang="de-DE" sz="2400" dirty="0" err="1"/>
              <a:t>need</a:t>
            </a:r>
            <a:r>
              <a:rPr lang="de-DE" sz="2400" dirty="0"/>
              <a:t> </a:t>
            </a:r>
            <a:r>
              <a:rPr lang="de-DE" sz="2400" dirty="0" err="1"/>
              <a:t>for</a:t>
            </a:r>
            <a:r>
              <a:rPr lang="de-DE" sz="2400" dirty="0"/>
              <a:t> </a:t>
            </a:r>
            <a:r>
              <a:rPr lang="de-DE" sz="2400" dirty="0" err="1"/>
              <a:t>generalization</a:t>
            </a:r>
            <a:r>
              <a:rPr lang="de-DE" sz="2400" dirty="0"/>
              <a:t>: </a:t>
            </a:r>
            <a:r>
              <a:rPr lang="de-DE" sz="2400" dirty="0" err="1"/>
              <a:t>supervised</a:t>
            </a:r>
            <a:r>
              <a:rPr lang="de-DE" sz="2400" dirty="0"/>
              <a:t> </a:t>
            </a:r>
            <a:r>
              <a:rPr lang="de-DE" sz="2400" dirty="0" err="1"/>
              <a:t>learning</a:t>
            </a:r>
            <a:r>
              <a:rPr lang="de-DE" sz="2400" dirty="0"/>
              <a:t> </a:t>
            </a:r>
            <a:r>
              <a:rPr lang="de-DE" sz="2400" dirty="0" err="1"/>
              <a:t>to</a:t>
            </a:r>
            <a:r>
              <a:rPr lang="de-DE" sz="2400" dirty="0"/>
              <a:t> </a:t>
            </a:r>
            <a:r>
              <a:rPr lang="de-DE" sz="2400" dirty="0" err="1"/>
              <a:t>the</a:t>
            </a:r>
            <a:r>
              <a:rPr lang="de-DE" sz="2400" dirty="0"/>
              <a:t> </a:t>
            </a:r>
            <a:r>
              <a:rPr lang="de-DE" sz="2400" dirty="0" err="1"/>
              <a:t>rescue</a:t>
            </a:r>
            <a:endParaRPr lang="de-DE" sz="2400" dirty="0"/>
          </a:p>
          <a:p>
            <a:r>
              <a:rPr lang="de-DE" sz="2400" dirty="0"/>
              <a:t>non-linear </a:t>
            </a:r>
            <a:r>
              <a:rPr lang="de-DE" sz="2400" dirty="0" err="1"/>
              <a:t>function</a:t>
            </a:r>
            <a:r>
              <a:rPr lang="de-DE" sz="2400" dirty="0"/>
              <a:t> </a:t>
            </a:r>
            <a:r>
              <a:rPr lang="de-DE" sz="2400" dirty="0" err="1"/>
              <a:t>approximation</a:t>
            </a:r>
            <a:r>
              <a:rPr lang="de-DE" sz="2400" dirty="0"/>
              <a:t> </a:t>
            </a:r>
            <a:r>
              <a:rPr lang="de-DE" sz="2400" dirty="0" err="1"/>
              <a:t>over</a:t>
            </a:r>
            <a:r>
              <a:rPr lang="de-DE" sz="2400" dirty="0"/>
              <a:t> </a:t>
            </a:r>
            <a:r>
              <a:rPr lang="de-DE" sz="2400" dirty="0" err="1"/>
              <a:t>state</a:t>
            </a:r>
            <a:r>
              <a:rPr lang="de-DE" sz="2400" dirty="0"/>
              <a:t>/</a:t>
            </a:r>
            <a:r>
              <a:rPr lang="de-DE" sz="2400" dirty="0" err="1"/>
              <a:t>action</a:t>
            </a:r>
            <a:r>
              <a:rPr lang="de-DE" sz="2400" dirty="0"/>
              <a:t> </a:t>
            </a:r>
            <a:r>
              <a:rPr lang="de-DE" sz="2400" dirty="0" err="1"/>
              <a:t>space</a:t>
            </a:r>
            <a:endParaRPr lang="de-DE" sz="2400" dirty="0"/>
          </a:p>
          <a:p>
            <a:r>
              <a:rPr lang="de-DE" sz="2400" dirty="0" err="1"/>
              <a:t>nowadays</a:t>
            </a:r>
            <a:r>
              <a:rPr lang="de-DE" sz="2400" dirty="0"/>
              <a:t> </a:t>
            </a:r>
            <a:r>
              <a:rPr lang="de-DE" sz="2400" dirty="0" err="1"/>
              <a:t>often</a:t>
            </a:r>
            <a:r>
              <a:rPr lang="de-DE" sz="2400" dirty="0"/>
              <a:t> </a:t>
            </a:r>
            <a:r>
              <a:rPr lang="de-DE" sz="2400" dirty="0" err="1"/>
              <a:t>deep</a:t>
            </a:r>
            <a:r>
              <a:rPr lang="de-DE" sz="2400" dirty="0"/>
              <a:t> </a:t>
            </a:r>
            <a:r>
              <a:rPr lang="de-DE" sz="2400" dirty="0" err="1"/>
              <a:t>learning</a:t>
            </a:r>
            <a:r>
              <a:rPr lang="de-DE" sz="2400" dirty="0"/>
              <a:t> </a:t>
            </a:r>
            <a:r>
              <a:rPr lang="de-DE" sz="2400" dirty="0" err="1"/>
              <a:t>methods</a:t>
            </a:r>
            <a:r>
              <a:rPr lang="de-DE" sz="2400" dirty="0"/>
              <a:t> </a:t>
            </a:r>
            <a:r>
              <a:rPr lang="de-DE" sz="2400" dirty="0">
                <a:sym typeface="Wingdings" pitchFamily="2" charset="2"/>
              </a:rPr>
              <a:t> Deep RL</a:t>
            </a:r>
            <a:endParaRPr lang="de-DE" sz="2400" dirty="0"/>
          </a:p>
        </p:txBody>
      </p:sp>
      <p:sp>
        <p:nvSpPr>
          <p:cNvPr id="4" name="Foliennummernplatzhalter 3">
            <a:extLst>
              <a:ext uri="{FF2B5EF4-FFF2-40B4-BE49-F238E27FC236}">
                <a16:creationId xmlns:a16="http://schemas.microsoft.com/office/drawing/2014/main" id="{8F02F21F-6688-9927-7ADD-D3464CF26B37}"/>
              </a:ext>
            </a:extLst>
          </p:cNvPr>
          <p:cNvSpPr>
            <a:spLocks noGrp="1"/>
          </p:cNvSpPr>
          <p:nvPr>
            <p:ph type="sldNum" sz="quarter" idx="12"/>
          </p:nvPr>
        </p:nvSpPr>
        <p:spPr/>
        <p:txBody>
          <a:bodyPr/>
          <a:lstStyle/>
          <a:p>
            <a:fld id="{08C366F5-AFAD-49CB-854A-9D9E238FCA13}" type="slidenum">
              <a:rPr lang="en-GB" smtClean="0"/>
              <a:t>15</a:t>
            </a:fld>
            <a:endParaRPr lang="en-GB"/>
          </a:p>
        </p:txBody>
      </p:sp>
      <p:pic>
        <p:nvPicPr>
          <p:cNvPr id="6" name="Picture 3">
            <a:extLst>
              <a:ext uri="{FF2B5EF4-FFF2-40B4-BE49-F238E27FC236}">
                <a16:creationId xmlns:a16="http://schemas.microsoft.com/office/drawing/2014/main" id="{BAEA11D8-F5B6-8E3C-5C24-32928108F535}"/>
              </a:ext>
            </a:extLst>
          </p:cNvPr>
          <p:cNvPicPr>
            <a:picLocks noChangeAspect="1"/>
          </p:cNvPicPr>
          <p:nvPr/>
        </p:nvPicPr>
        <p:blipFill>
          <a:blip r:embed="rId2"/>
          <a:stretch>
            <a:fillRect/>
          </a:stretch>
        </p:blipFill>
        <p:spPr>
          <a:xfrm>
            <a:off x="3267259" y="4854842"/>
            <a:ext cx="5657481" cy="2003158"/>
          </a:xfrm>
          <a:prstGeom prst="rect">
            <a:avLst/>
          </a:prstGeom>
        </p:spPr>
      </p:pic>
    </p:spTree>
    <p:extLst>
      <p:ext uri="{BB962C8B-B14F-4D97-AF65-F5344CB8AC3E}">
        <p14:creationId xmlns:p14="http://schemas.microsoft.com/office/powerpoint/2010/main" val="4081426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09BD21-B469-80B1-CF9F-86484DAE1234}"/>
              </a:ext>
            </a:extLst>
          </p:cNvPr>
          <p:cNvSpPr>
            <a:spLocks noGrp="1"/>
          </p:cNvSpPr>
          <p:nvPr>
            <p:ph type="title"/>
          </p:nvPr>
        </p:nvSpPr>
        <p:spPr/>
        <p:txBody>
          <a:bodyPr/>
          <a:lstStyle/>
          <a:p>
            <a:r>
              <a:rPr lang="de-DE" dirty="0" err="1"/>
              <a:t>Contrast</a:t>
            </a:r>
            <a:r>
              <a:rPr lang="de-DE" dirty="0"/>
              <a:t> </a:t>
            </a:r>
            <a:r>
              <a:rPr lang="de-DE" dirty="0" err="1"/>
              <a:t>to</a:t>
            </a:r>
            <a:r>
              <a:rPr lang="de-DE" dirty="0"/>
              <a:t> MPC</a:t>
            </a:r>
          </a:p>
        </p:txBody>
      </p:sp>
      <p:sp>
        <p:nvSpPr>
          <p:cNvPr id="3" name="Inhaltsplatzhalter 2">
            <a:extLst>
              <a:ext uri="{FF2B5EF4-FFF2-40B4-BE49-F238E27FC236}">
                <a16:creationId xmlns:a16="http://schemas.microsoft.com/office/drawing/2014/main" id="{9F46802F-0CEB-B2CA-02E1-633005C1BC98}"/>
              </a:ext>
            </a:extLst>
          </p:cNvPr>
          <p:cNvSpPr>
            <a:spLocks noGrp="1"/>
          </p:cNvSpPr>
          <p:nvPr>
            <p:ph idx="1"/>
          </p:nvPr>
        </p:nvSpPr>
        <p:spPr/>
        <p:txBody>
          <a:bodyPr>
            <a:normAutofit lnSpcReduction="10000"/>
          </a:bodyPr>
          <a:lstStyle/>
          <a:p>
            <a:pPr marL="0" indent="0">
              <a:buNone/>
            </a:pPr>
            <a:r>
              <a:rPr lang="de-DE" dirty="0"/>
              <a:t>MPC:</a:t>
            </a:r>
          </a:p>
          <a:p>
            <a:r>
              <a:rPr lang="de-DE" dirty="0" err="1"/>
              <a:t>uses</a:t>
            </a:r>
            <a:r>
              <a:rPr lang="de-DE" dirty="0"/>
              <a:t> a </a:t>
            </a:r>
            <a:r>
              <a:rPr lang="de-DE" dirty="0" err="1"/>
              <a:t>known</a:t>
            </a:r>
            <a:r>
              <a:rPr lang="de-DE" dirty="0"/>
              <a:t> </a:t>
            </a:r>
            <a:r>
              <a:rPr lang="de-DE" dirty="0" err="1"/>
              <a:t>model</a:t>
            </a:r>
            <a:endParaRPr lang="de-DE" dirty="0"/>
          </a:p>
          <a:p>
            <a:r>
              <a:rPr lang="de-DE" dirty="0" err="1"/>
              <a:t>plans</a:t>
            </a:r>
            <a:r>
              <a:rPr lang="de-DE" dirty="0"/>
              <a:t> optimal </a:t>
            </a:r>
            <a:r>
              <a:rPr lang="de-DE" dirty="0" err="1"/>
              <a:t>actions</a:t>
            </a:r>
            <a:endParaRPr lang="de-DE" dirty="0"/>
          </a:p>
          <a:p>
            <a:pPr marL="0" indent="0">
              <a:buNone/>
            </a:pPr>
            <a:endParaRPr lang="de-DE" dirty="0"/>
          </a:p>
          <a:p>
            <a:pPr marL="0" indent="0">
              <a:buNone/>
            </a:pPr>
            <a:r>
              <a:rPr lang="de-DE" dirty="0"/>
              <a:t>RL:</a:t>
            </a:r>
          </a:p>
          <a:p>
            <a:r>
              <a:rPr lang="de-DE" dirty="0" err="1"/>
              <a:t>learns</a:t>
            </a:r>
            <a:r>
              <a:rPr lang="de-DE" dirty="0"/>
              <a:t> </a:t>
            </a:r>
            <a:r>
              <a:rPr lang="de-DE" dirty="0" err="1"/>
              <a:t>from</a:t>
            </a:r>
            <a:r>
              <a:rPr lang="de-DE" dirty="0"/>
              <a:t> </a:t>
            </a:r>
            <a:r>
              <a:rPr lang="de-DE" dirty="0" err="1"/>
              <a:t>interaction</a:t>
            </a:r>
            <a:endParaRPr lang="de-DE" dirty="0"/>
          </a:p>
          <a:p>
            <a:r>
              <a:rPr lang="de-DE" dirty="0" err="1"/>
              <a:t>discovers</a:t>
            </a:r>
            <a:r>
              <a:rPr lang="de-DE" dirty="0"/>
              <a:t> </a:t>
            </a:r>
            <a:r>
              <a:rPr lang="de-DE" dirty="0" err="1"/>
              <a:t>good</a:t>
            </a:r>
            <a:r>
              <a:rPr lang="de-DE" dirty="0"/>
              <a:t> </a:t>
            </a:r>
            <a:r>
              <a:rPr lang="de-DE" dirty="0" err="1"/>
              <a:t>actions</a:t>
            </a:r>
            <a:r>
              <a:rPr lang="de-DE" dirty="0"/>
              <a:t> </a:t>
            </a:r>
            <a:r>
              <a:rPr lang="de-DE" dirty="0" err="1"/>
              <a:t>over</a:t>
            </a:r>
            <a:r>
              <a:rPr lang="de-DE" dirty="0"/>
              <a:t> time</a:t>
            </a:r>
          </a:p>
          <a:p>
            <a:pPr marL="0" indent="0">
              <a:buNone/>
            </a:pPr>
            <a:endParaRPr lang="de-DE" dirty="0"/>
          </a:p>
          <a:p>
            <a:pPr marL="0" indent="0">
              <a:buNone/>
            </a:pPr>
            <a:r>
              <a:rPr lang="de-DE" dirty="0">
                <a:sym typeface="Wingdings" pitchFamily="2" charset="2"/>
              </a:rPr>
              <a:t> </a:t>
            </a:r>
            <a:r>
              <a:rPr lang="de-DE" dirty="0"/>
              <a:t>RL </a:t>
            </a:r>
            <a:r>
              <a:rPr lang="de-DE" dirty="0" err="1"/>
              <a:t>replaces</a:t>
            </a:r>
            <a:r>
              <a:rPr lang="de-DE" dirty="0"/>
              <a:t> </a:t>
            </a:r>
            <a:r>
              <a:rPr lang="de-DE" dirty="0" err="1"/>
              <a:t>modeling</a:t>
            </a:r>
            <a:r>
              <a:rPr lang="de-DE" dirty="0"/>
              <a:t> </a:t>
            </a:r>
            <a:r>
              <a:rPr lang="de-DE" dirty="0" err="1"/>
              <a:t>with</a:t>
            </a:r>
            <a:r>
              <a:rPr lang="de-DE" dirty="0"/>
              <a:t> </a:t>
            </a:r>
            <a:r>
              <a:rPr lang="de-DE" dirty="0" err="1"/>
              <a:t>learning</a:t>
            </a:r>
            <a:r>
              <a:rPr lang="de-DE" dirty="0"/>
              <a:t> </a:t>
            </a:r>
            <a:r>
              <a:rPr lang="de-DE" dirty="0" err="1"/>
              <a:t>from</a:t>
            </a:r>
            <a:r>
              <a:rPr lang="de-DE" dirty="0"/>
              <a:t> </a:t>
            </a:r>
            <a:r>
              <a:rPr lang="de-DE" dirty="0" err="1"/>
              <a:t>experience</a:t>
            </a:r>
            <a:endParaRPr lang="de-DE" dirty="0"/>
          </a:p>
          <a:p>
            <a:endParaRPr lang="de-DE" dirty="0"/>
          </a:p>
        </p:txBody>
      </p:sp>
      <p:sp>
        <p:nvSpPr>
          <p:cNvPr id="4" name="Foliennummernplatzhalter 3">
            <a:extLst>
              <a:ext uri="{FF2B5EF4-FFF2-40B4-BE49-F238E27FC236}">
                <a16:creationId xmlns:a16="http://schemas.microsoft.com/office/drawing/2014/main" id="{0B871F33-846E-4B86-A03C-FDF2591E2F41}"/>
              </a:ext>
            </a:extLst>
          </p:cNvPr>
          <p:cNvSpPr>
            <a:spLocks noGrp="1"/>
          </p:cNvSpPr>
          <p:nvPr>
            <p:ph type="sldNum" sz="quarter" idx="12"/>
          </p:nvPr>
        </p:nvSpPr>
        <p:spPr/>
        <p:txBody>
          <a:bodyPr/>
          <a:lstStyle/>
          <a:p>
            <a:fld id="{08C366F5-AFAD-49CB-854A-9D9E238FCA13}" type="slidenum">
              <a:rPr lang="en-GB" smtClean="0"/>
              <a:t>16</a:t>
            </a:fld>
            <a:endParaRPr lang="en-GB"/>
          </a:p>
        </p:txBody>
      </p:sp>
    </p:spTree>
    <p:extLst>
      <p:ext uri="{BB962C8B-B14F-4D97-AF65-F5344CB8AC3E}">
        <p14:creationId xmlns:p14="http://schemas.microsoft.com/office/powerpoint/2010/main" val="2168061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898613-2EDB-0100-4EDB-ED65AD969D14}"/>
              </a:ext>
            </a:extLst>
          </p:cNvPr>
          <p:cNvSpPr>
            <a:spLocks noGrp="1"/>
          </p:cNvSpPr>
          <p:nvPr>
            <p:ph type="title"/>
          </p:nvPr>
        </p:nvSpPr>
        <p:spPr/>
        <p:txBody>
          <a:bodyPr/>
          <a:lstStyle/>
          <a:p>
            <a:r>
              <a:rPr lang="de-DE" dirty="0"/>
              <a:t>Challenges </a:t>
            </a:r>
            <a:r>
              <a:rPr lang="de-DE" dirty="0" err="1"/>
              <a:t>of</a:t>
            </a:r>
            <a:r>
              <a:rPr lang="de-DE" dirty="0"/>
              <a:t> RL</a:t>
            </a:r>
          </a:p>
        </p:txBody>
      </p:sp>
      <p:sp>
        <p:nvSpPr>
          <p:cNvPr id="3" name="Inhaltsplatzhalter 2">
            <a:extLst>
              <a:ext uri="{FF2B5EF4-FFF2-40B4-BE49-F238E27FC236}">
                <a16:creationId xmlns:a16="http://schemas.microsoft.com/office/drawing/2014/main" id="{046BA848-96AB-DE0C-566F-468077F581D8}"/>
              </a:ext>
            </a:extLst>
          </p:cNvPr>
          <p:cNvSpPr>
            <a:spLocks noGrp="1"/>
          </p:cNvSpPr>
          <p:nvPr>
            <p:ph idx="1"/>
          </p:nvPr>
        </p:nvSpPr>
        <p:spPr/>
        <p:txBody>
          <a:bodyPr>
            <a:normAutofit/>
          </a:bodyPr>
          <a:lstStyle/>
          <a:p>
            <a:r>
              <a:rPr lang="de-DE" dirty="0"/>
              <a:t>Data </a:t>
            </a:r>
            <a:r>
              <a:rPr lang="de-DE" dirty="0" err="1"/>
              <a:t>inefficiency</a:t>
            </a:r>
            <a:r>
              <a:rPr lang="de-DE" dirty="0"/>
              <a:t>: </a:t>
            </a:r>
            <a:r>
              <a:rPr lang="de-DE" dirty="0" err="1"/>
              <a:t>requires</a:t>
            </a:r>
            <a:r>
              <a:rPr lang="de-DE" dirty="0"/>
              <a:t> large </a:t>
            </a:r>
            <a:r>
              <a:rPr lang="de-DE" dirty="0" err="1"/>
              <a:t>amounts</a:t>
            </a:r>
            <a:r>
              <a:rPr lang="de-DE" dirty="0"/>
              <a:t> </a:t>
            </a:r>
            <a:r>
              <a:rPr lang="de-DE" dirty="0" err="1"/>
              <a:t>of</a:t>
            </a:r>
            <a:r>
              <a:rPr lang="de-DE" dirty="0"/>
              <a:t> </a:t>
            </a:r>
            <a:r>
              <a:rPr lang="de-DE" dirty="0" err="1"/>
              <a:t>interaction</a:t>
            </a:r>
            <a:r>
              <a:rPr lang="de-DE" dirty="0"/>
              <a:t> </a:t>
            </a:r>
            <a:r>
              <a:rPr lang="de-DE" dirty="0" err="1"/>
              <a:t>data</a:t>
            </a:r>
            <a:endParaRPr lang="de-DE" dirty="0"/>
          </a:p>
          <a:p>
            <a:r>
              <a:rPr lang="de-DE" dirty="0"/>
              <a:t>Lack </a:t>
            </a:r>
            <a:r>
              <a:rPr lang="de-DE" dirty="0" err="1"/>
              <a:t>of</a:t>
            </a:r>
            <a:r>
              <a:rPr lang="de-DE" dirty="0"/>
              <a:t> </a:t>
            </a:r>
            <a:r>
              <a:rPr lang="de-DE" dirty="0" err="1"/>
              <a:t>guarantees</a:t>
            </a:r>
            <a:r>
              <a:rPr lang="de-DE" dirty="0"/>
              <a:t>: </a:t>
            </a:r>
            <a:r>
              <a:rPr lang="de-DE" dirty="0" err="1"/>
              <a:t>hard</a:t>
            </a:r>
            <a:r>
              <a:rPr lang="de-DE" dirty="0"/>
              <a:t> </a:t>
            </a:r>
            <a:r>
              <a:rPr lang="de-DE" dirty="0" err="1"/>
              <a:t>to</a:t>
            </a:r>
            <a:r>
              <a:rPr lang="de-DE" dirty="0"/>
              <a:t> </a:t>
            </a:r>
            <a:r>
              <a:rPr lang="de-DE" dirty="0" err="1"/>
              <a:t>ensure</a:t>
            </a:r>
            <a:r>
              <a:rPr lang="de-DE" dirty="0"/>
              <a:t> </a:t>
            </a:r>
            <a:r>
              <a:rPr lang="de-DE" dirty="0" err="1"/>
              <a:t>stability</a:t>
            </a:r>
            <a:r>
              <a:rPr lang="de-DE" dirty="0"/>
              <a:t> and </a:t>
            </a:r>
            <a:r>
              <a:rPr lang="de-DE" dirty="0" err="1"/>
              <a:t>constraint</a:t>
            </a:r>
            <a:r>
              <a:rPr lang="de-DE" dirty="0"/>
              <a:t> </a:t>
            </a:r>
            <a:r>
              <a:rPr lang="de-DE" dirty="0" err="1"/>
              <a:t>satisfaction</a:t>
            </a:r>
            <a:endParaRPr lang="de-DE" dirty="0"/>
          </a:p>
          <a:p>
            <a:r>
              <a:rPr lang="de-DE" dirty="0"/>
              <a:t>Computational </a:t>
            </a:r>
            <a:r>
              <a:rPr lang="de-DE" dirty="0" err="1"/>
              <a:t>complexity</a:t>
            </a:r>
            <a:r>
              <a:rPr lang="de-DE" dirty="0"/>
              <a:t>: </a:t>
            </a:r>
            <a:r>
              <a:rPr lang="de-DE" dirty="0" err="1"/>
              <a:t>training</a:t>
            </a:r>
            <a:r>
              <a:rPr lang="de-DE" dirty="0"/>
              <a:t> </a:t>
            </a:r>
            <a:r>
              <a:rPr lang="de-DE" dirty="0" err="1"/>
              <a:t>can</a:t>
            </a:r>
            <a:r>
              <a:rPr lang="de-DE" dirty="0"/>
              <a:t> </a:t>
            </a:r>
            <a:r>
              <a:rPr lang="de-DE" dirty="0" err="1"/>
              <a:t>be</a:t>
            </a:r>
            <a:r>
              <a:rPr lang="de-DE" dirty="0"/>
              <a:t> </a:t>
            </a:r>
            <a:r>
              <a:rPr lang="de-DE" dirty="0" err="1"/>
              <a:t>very</a:t>
            </a:r>
            <a:r>
              <a:rPr lang="de-DE" dirty="0"/>
              <a:t> expensive</a:t>
            </a:r>
          </a:p>
          <a:p>
            <a:r>
              <a:rPr lang="de-DE" dirty="0"/>
              <a:t>Tuning and design </a:t>
            </a:r>
            <a:r>
              <a:rPr lang="de-DE" dirty="0" err="1"/>
              <a:t>choices</a:t>
            </a:r>
            <a:r>
              <a:rPr lang="de-DE" dirty="0"/>
              <a:t>: </a:t>
            </a:r>
            <a:r>
              <a:rPr lang="de-DE" dirty="0" err="1"/>
              <a:t>reward</a:t>
            </a:r>
            <a:r>
              <a:rPr lang="de-DE" dirty="0"/>
              <a:t> </a:t>
            </a:r>
            <a:r>
              <a:rPr lang="de-DE" dirty="0" err="1"/>
              <a:t>function</a:t>
            </a:r>
            <a:r>
              <a:rPr lang="de-DE" dirty="0"/>
              <a:t>, </a:t>
            </a:r>
            <a:r>
              <a:rPr lang="de-DE" dirty="0" err="1"/>
              <a:t>learning</a:t>
            </a:r>
            <a:r>
              <a:rPr lang="de-DE" dirty="0"/>
              <a:t> </a:t>
            </a:r>
            <a:r>
              <a:rPr lang="de-DE" dirty="0" err="1"/>
              <a:t>algorithm</a:t>
            </a:r>
            <a:r>
              <a:rPr lang="de-DE" dirty="0"/>
              <a:t>, </a:t>
            </a:r>
            <a:r>
              <a:rPr lang="de-DE" dirty="0" err="1"/>
              <a:t>exploration</a:t>
            </a:r>
            <a:r>
              <a:rPr lang="de-DE" dirty="0"/>
              <a:t> </a:t>
            </a:r>
            <a:r>
              <a:rPr lang="de-DE" dirty="0" err="1"/>
              <a:t>strategy</a:t>
            </a:r>
            <a:r>
              <a:rPr lang="de-DE" dirty="0"/>
              <a:t> </a:t>
            </a:r>
            <a:r>
              <a:rPr lang="de-DE" dirty="0" err="1">
                <a:sym typeface="Wingdings" pitchFamily="2" charset="2"/>
              </a:rPr>
              <a:t>have</a:t>
            </a:r>
            <a:r>
              <a:rPr lang="de-DE" dirty="0">
                <a:sym typeface="Wingdings" pitchFamily="2" charset="2"/>
              </a:rPr>
              <a:t> s</a:t>
            </a:r>
            <a:r>
              <a:rPr lang="de-DE" dirty="0"/>
              <a:t>trong </a:t>
            </a:r>
            <a:r>
              <a:rPr lang="de-DE" dirty="0" err="1"/>
              <a:t>impact</a:t>
            </a:r>
            <a:r>
              <a:rPr lang="de-DE" dirty="0"/>
              <a:t> on </a:t>
            </a:r>
            <a:r>
              <a:rPr lang="de-DE" dirty="0" err="1"/>
              <a:t>performance</a:t>
            </a:r>
            <a:endParaRPr lang="de-DE" dirty="0"/>
          </a:p>
          <a:p>
            <a:pPr marL="0" indent="0">
              <a:buNone/>
            </a:pPr>
            <a:endParaRPr lang="de-DE" dirty="0"/>
          </a:p>
          <a:p>
            <a:pPr marL="0" indent="0">
              <a:buNone/>
            </a:pPr>
            <a:r>
              <a:rPr lang="de-DE" dirty="0"/>
              <a:t>RL </a:t>
            </a:r>
            <a:r>
              <a:rPr lang="de-DE" dirty="0" err="1"/>
              <a:t>works</a:t>
            </a:r>
            <a:r>
              <a:rPr lang="de-DE" dirty="0"/>
              <a:t> </a:t>
            </a:r>
            <a:r>
              <a:rPr lang="de-DE" dirty="0" err="1"/>
              <a:t>well</a:t>
            </a:r>
            <a:r>
              <a:rPr lang="de-DE" dirty="0"/>
              <a:t> in </a:t>
            </a:r>
            <a:r>
              <a:rPr lang="de-DE" dirty="0" err="1"/>
              <a:t>simulation</a:t>
            </a:r>
            <a:r>
              <a:rPr lang="de-DE" dirty="0"/>
              <a:t>, but real </a:t>
            </a:r>
            <a:r>
              <a:rPr lang="de-DE" dirty="0" err="1"/>
              <a:t>systems</a:t>
            </a:r>
            <a:r>
              <a:rPr lang="de-DE" dirty="0"/>
              <a:t> </a:t>
            </a:r>
            <a:r>
              <a:rPr lang="de-DE" dirty="0" err="1"/>
              <a:t>are</a:t>
            </a:r>
            <a:r>
              <a:rPr lang="de-DE" dirty="0"/>
              <a:t> expensive and </a:t>
            </a:r>
            <a:r>
              <a:rPr lang="de-DE" dirty="0" err="1"/>
              <a:t>dangerous</a:t>
            </a:r>
            <a:r>
              <a:rPr lang="de-DE" dirty="0"/>
              <a:t> </a:t>
            </a:r>
            <a:r>
              <a:rPr lang="de-DE" dirty="0" err="1"/>
              <a:t>to</a:t>
            </a:r>
            <a:r>
              <a:rPr lang="de-DE" dirty="0"/>
              <a:t> </a:t>
            </a:r>
            <a:r>
              <a:rPr lang="de-DE" dirty="0" err="1"/>
              <a:t>experiment</a:t>
            </a:r>
            <a:r>
              <a:rPr lang="de-DE" dirty="0"/>
              <a:t> </a:t>
            </a:r>
            <a:r>
              <a:rPr lang="de-DE" dirty="0" err="1"/>
              <a:t>with</a:t>
            </a:r>
            <a:r>
              <a:rPr lang="de-DE" dirty="0"/>
              <a:t> (</a:t>
            </a:r>
            <a:r>
              <a:rPr lang="de-DE" dirty="0" err="1"/>
              <a:t>sim</a:t>
            </a:r>
            <a:r>
              <a:rPr lang="de-DE" dirty="0"/>
              <a:t>-</a:t>
            </a:r>
            <a:r>
              <a:rPr lang="de-DE" dirty="0" err="1"/>
              <a:t>to</a:t>
            </a:r>
            <a:r>
              <a:rPr lang="de-DE" dirty="0"/>
              <a:t>-real </a:t>
            </a:r>
            <a:r>
              <a:rPr lang="de-DE" dirty="0" err="1"/>
              <a:t>gap</a:t>
            </a:r>
            <a:r>
              <a:rPr lang="de-DE" dirty="0"/>
              <a:t>)</a:t>
            </a:r>
          </a:p>
        </p:txBody>
      </p:sp>
      <p:sp>
        <p:nvSpPr>
          <p:cNvPr id="4" name="Foliennummernplatzhalter 3">
            <a:extLst>
              <a:ext uri="{FF2B5EF4-FFF2-40B4-BE49-F238E27FC236}">
                <a16:creationId xmlns:a16="http://schemas.microsoft.com/office/drawing/2014/main" id="{C6BE1163-718A-4D53-0267-E1489F9D99DB}"/>
              </a:ext>
            </a:extLst>
          </p:cNvPr>
          <p:cNvSpPr>
            <a:spLocks noGrp="1"/>
          </p:cNvSpPr>
          <p:nvPr>
            <p:ph type="sldNum" sz="quarter" idx="12"/>
          </p:nvPr>
        </p:nvSpPr>
        <p:spPr/>
        <p:txBody>
          <a:bodyPr/>
          <a:lstStyle/>
          <a:p>
            <a:fld id="{08C366F5-AFAD-49CB-854A-9D9E238FCA13}" type="slidenum">
              <a:rPr lang="en-GB" smtClean="0"/>
              <a:t>17</a:t>
            </a:fld>
            <a:endParaRPr lang="en-GB"/>
          </a:p>
        </p:txBody>
      </p:sp>
    </p:spTree>
    <p:extLst>
      <p:ext uri="{BB962C8B-B14F-4D97-AF65-F5344CB8AC3E}">
        <p14:creationId xmlns:p14="http://schemas.microsoft.com/office/powerpoint/2010/main" val="331414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9AC798-CDFB-D560-0D7F-B30BBD46F0F8}"/>
              </a:ext>
            </a:extLst>
          </p:cNvPr>
          <p:cNvSpPr>
            <a:spLocks noGrp="1"/>
          </p:cNvSpPr>
          <p:nvPr>
            <p:ph type="title"/>
          </p:nvPr>
        </p:nvSpPr>
        <p:spPr/>
        <p:txBody>
          <a:bodyPr/>
          <a:lstStyle/>
          <a:p>
            <a:r>
              <a:rPr lang="de-DE" dirty="0" err="1"/>
              <a:t>Three</a:t>
            </a:r>
            <a:r>
              <a:rPr lang="de-DE" dirty="0"/>
              <a:t> </a:t>
            </a:r>
            <a:r>
              <a:rPr lang="de-DE" dirty="0" err="1"/>
              <a:t>Perspectives</a:t>
            </a:r>
            <a:r>
              <a:rPr lang="de-DE" dirty="0"/>
              <a:t> on Control</a:t>
            </a:r>
          </a:p>
        </p:txBody>
      </p:sp>
      <p:sp>
        <p:nvSpPr>
          <p:cNvPr id="4" name="Foliennummernplatzhalter 3">
            <a:extLst>
              <a:ext uri="{FF2B5EF4-FFF2-40B4-BE49-F238E27FC236}">
                <a16:creationId xmlns:a16="http://schemas.microsoft.com/office/drawing/2014/main" id="{C98B67D1-1591-894A-B8E6-2A98EB58F70D}"/>
              </a:ext>
            </a:extLst>
          </p:cNvPr>
          <p:cNvSpPr>
            <a:spLocks noGrp="1"/>
          </p:cNvSpPr>
          <p:nvPr>
            <p:ph type="sldNum" sz="quarter" idx="12"/>
          </p:nvPr>
        </p:nvSpPr>
        <p:spPr/>
        <p:txBody>
          <a:bodyPr/>
          <a:lstStyle/>
          <a:p>
            <a:fld id="{08C366F5-AFAD-49CB-854A-9D9E238FCA13}" type="slidenum">
              <a:rPr lang="en-GB" smtClean="0"/>
              <a:t>18</a:t>
            </a:fld>
            <a:endParaRPr lang="en-GB"/>
          </a:p>
        </p:txBody>
      </p:sp>
      <p:sp>
        <p:nvSpPr>
          <p:cNvPr id="6" name="Textfeld 5">
            <a:extLst>
              <a:ext uri="{FF2B5EF4-FFF2-40B4-BE49-F238E27FC236}">
                <a16:creationId xmlns:a16="http://schemas.microsoft.com/office/drawing/2014/main" id="{B69A6F34-8525-6092-9B90-47202DE50788}"/>
              </a:ext>
            </a:extLst>
          </p:cNvPr>
          <p:cNvSpPr txBox="1"/>
          <p:nvPr/>
        </p:nvSpPr>
        <p:spPr>
          <a:xfrm>
            <a:off x="838200" y="2140585"/>
            <a:ext cx="3469640" cy="3046988"/>
          </a:xfrm>
          <a:prstGeom prst="rect">
            <a:avLst/>
          </a:prstGeom>
          <a:noFill/>
          <a:ln>
            <a:solidFill>
              <a:schemeClr val="tx1"/>
            </a:solidFill>
          </a:ln>
        </p:spPr>
        <p:txBody>
          <a:bodyPr wrap="square">
            <a:spAutoFit/>
          </a:bodyPr>
          <a:lstStyle/>
          <a:p>
            <a:pPr marL="0" indent="0">
              <a:buNone/>
            </a:pPr>
            <a:r>
              <a:rPr lang="de-DE" sz="2400" dirty="0" err="1"/>
              <a:t>Classical</a:t>
            </a:r>
            <a:r>
              <a:rPr lang="de-DE" sz="2400" dirty="0"/>
              <a:t>:</a:t>
            </a:r>
          </a:p>
          <a:p>
            <a:pPr marL="342900" indent="-342900">
              <a:buFont typeface="Arial" panose="020B0604020202020204" pitchFamily="34" charset="0"/>
              <a:buChar char="•"/>
            </a:pPr>
            <a:r>
              <a:rPr lang="de-DE" sz="2400" dirty="0"/>
              <a:t>PID, LQR</a:t>
            </a:r>
          </a:p>
          <a:p>
            <a:pPr marL="285750" indent="-285750">
              <a:buFont typeface="Arial" panose="020B0604020202020204" pitchFamily="34" charset="0"/>
              <a:buChar char="•"/>
            </a:pPr>
            <a:r>
              <a:rPr lang="de-DE" sz="2400" dirty="0"/>
              <a:t>Simple, </a:t>
            </a:r>
            <a:r>
              <a:rPr lang="de-DE" sz="2400" dirty="0" err="1"/>
              <a:t>efficient</a:t>
            </a:r>
            <a:r>
              <a:rPr lang="de-DE" sz="2400" dirty="0"/>
              <a:t>, </a:t>
            </a:r>
            <a:r>
              <a:rPr lang="de-DE" sz="2400" dirty="0" err="1"/>
              <a:t>well</a:t>
            </a:r>
            <a:r>
              <a:rPr lang="de-DE" sz="2400" dirty="0"/>
              <a:t> </a:t>
            </a:r>
            <a:r>
              <a:rPr lang="de-DE" sz="2400" dirty="0" err="1"/>
              <a:t>understood</a:t>
            </a:r>
            <a:endParaRPr lang="de-DE" sz="2400" dirty="0"/>
          </a:p>
          <a:p>
            <a:pPr marL="285750" indent="-285750">
              <a:buFont typeface="Arial" panose="020B0604020202020204" pitchFamily="34" charset="0"/>
              <a:buChar char="•"/>
            </a:pPr>
            <a:r>
              <a:rPr lang="de-DE" sz="2400" dirty="0"/>
              <a:t>Limited </a:t>
            </a:r>
            <a:r>
              <a:rPr lang="de-DE" sz="2400" dirty="0" err="1"/>
              <a:t>for</a:t>
            </a:r>
            <a:r>
              <a:rPr lang="de-DE" sz="2400" dirty="0"/>
              <a:t> </a:t>
            </a:r>
            <a:r>
              <a:rPr lang="de-DE" sz="2400" dirty="0" err="1"/>
              <a:t>complex</a:t>
            </a:r>
            <a:r>
              <a:rPr lang="de-DE" sz="2400" dirty="0"/>
              <a:t>, </a:t>
            </a:r>
            <a:r>
              <a:rPr lang="de-DE" sz="2400" dirty="0" err="1"/>
              <a:t>constrained</a:t>
            </a:r>
            <a:r>
              <a:rPr lang="de-DE" sz="2400" dirty="0"/>
              <a:t> </a:t>
            </a:r>
            <a:r>
              <a:rPr lang="de-DE" sz="2400" dirty="0" err="1"/>
              <a:t>systems</a:t>
            </a:r>
            <a:endParaRPr lang="de-DE" sz="2400" dirty="0"/>
          </a:p>
          <a:p>
            <a:r>
              <a:rPr lang="de-DE" sz="2400" dirty="0">
                <a:sym typeface="Wingdings" pitchFamily="2" charset="2"/>
              </a:rPr>
              <a:t> </a:t>
            </a:r>
            <a:r>
              <a:rPr lang="de-DE" sz="2400" dirty="0" err="1">
                <a:sym typeface="Wingdings" pitchFamily="2" charset="2"/>
              </a:rPr>
              <a:t>rule-based</a:t>
            </a:r>
            <a:r>
              <a:rPr lang="de-DE" sz="2400" dirty="0">
                <a:sym typeface="Wingdings" pitchFamily="2" charset="2"/>
              </a:rPr>
              <a:t> </a:t>
            </a:r>
            <a:r>
              <a:rPr lang="de-DE" sz="2400" dirty="0" err="1">
                <a:sym typeface="Wingdings" pitchFamily="2" charset="2"/>
              </a:rPr>
              <a:t>intelligence</a:t>
            </a:r>
            <a:endParaRPr lang="de-DE" sz="2400" dirty="0"/>
          </a:p>
        </p:txBody>
      </p:sp>
      <p:sp>
        <p:nvSpPr>
          <p:cNvPr id="8" name="Textfeld 7">
            <a:extLst>
              <a:ext uri="{FF2B5EF4-FFF2-40B4-BE49-F238E27FC236}">
                <a16:creationId xmlns:a16="http://schemas.microsoft.com/office/drawing/2014/main" id="{B9558A2A-59B7-CA43-5A63-18EF9B8127B1}"/>
              </a:ext>
            </a:extLst>
          </p:cNvPr>
          <p:cNvSpPr txBox="1"/>
          <p:nvPr/>
        </p:nvSpPr>
        <p:spPr>
          <a:xfrm>
            <a:off x="4361180" y="2140585"/>
            <a:ext cx="3469640" cy="3046988"/>
          </a:xfrm>
          <a:prstGeom prst="rect">
            <a:avLst/>
          </a:prstGeom>
          <a:noFill/>
          <a:ln>
            <a:solidFill>
              <a:schemeClr val="tx1"/>
            </a:solidFill>
          </a:ln>
        </p:spPr>
        <p:txBody>
          <a:bodyPr wrap="square">
            <a:spAutoFit/>
          </a:bodyPr>
          <a:lstStyle/>
          <a:p>
            <a:pPr marL="0" indent="0">
              <a:buNone/>
            </a:pPr>
            <a:r>
              <a:rPr lang="de-DE" sz="2400" dirty="0" err="1"/>
              <a:t>Optimization-Based</a:t>
            </a:r>
            <a:r>
              <a:rPr lang="de-DE" sz="2400" dirty="0"/>
              <a:t>:</a:t>
            </a:r>
          </a:p>
          <a:p>
            <a:pPr marL="285750" indent="-285750">
              <a:buFont typeface="Arial" panose="020B0604020202020204" pitchFamily="34" charset="0"/>
              <a:buChar char="•"/>
            </a:pPr>
            <a:r>
              <a:rPr lang="de-DE" sz="2400" dirty="0"/>
              <a:t>MPC</a:t>
            </a:r>
          </a:p>
          <a:p>
            <a:pPr marL="285750" indent="-285750">
              <a:buFont typeface="Arial" panose="020B0604020202020204" pitchFamily="34" charset="0"/>
              <a:buChar char="•"/>
            </a:pPr>
            <a:r>
              <a:rPr lang="de-DE" sz="2400" dirty="0"/>
              <a:t>Handles </a:t>
            </a:r>
            <a:r>
              <a:rPr lang="de-DE" sz="2400" dirty="0" err="1"/>
              <a:t>constraints</a:t>
            </a:r>
            <a:r>
              <a:rPr lang="de-DE" sz="2400" dirty="0"/>
              <a:t> </a:t>
            </a:r>
            <a:r>
              <a:rPr lang="de-DE" sz="2400" dirty="0" err="1"/>
              <a:t>explicitly</a:t>
            </a:r>
            <a:endParaRPr lang="de-DE" sz="2400" dirty="0"/>
          </a:p>
          <a:p>
            <a:pPr marL="285750" indent="-285750">
              <a:buFont typeface="Arial" panose="020B0604020202020204" pitchFamily="34" charset="0"/>
              <a:buChar char="•"/>
            </a:pPr>
            <a:r>
              <a:rPr lang="de-DE" sz="2400" dirty="0" err="1"/>
              <a:t>Requires</a:t>
            </a:r>
            <a:r>
              <a:rPr lang="de-DE" sz="2400" dirty="0"/>
              <a:t> </a:t>
            </a:r>
            <a:r>
              <a:rPr lang="de-DE" sz="2400" dirty="0" err="1"/>
              <a:t>accurate</a:t>
            </a:r>
            <a:r>
              <a:rPr lang="de-DE" sz="2400" dirty="0"/>
              <a:t> </a:t>
            </a:r>
            <a:r>
              <a:rPr lang="de-DE" sz="2400" dirty="0" err="1"/>
              <a:t>system</a:t>
            </a:r>
            <a:r>
              <a:rPr lang="de-DE" sz="2400" dirty="0"/>
              <a:t> </a:t>
            </a:r>
            <a:r>
              <a:rPr lang="de-DE" sz="2400" dirty="0" err="1"/>
              <a:t>model</a:t>
            </a:r>
            <a:endParaRPr lang="de-DE" sz="2400" dirty="0"/>
          </a:p>
          <a:p>
            <a:r>
              <a:rPr lang="de-DE" sz="2400" dirty="0">
                <a:sym typeface="Wingdings" pitchFamily="2" charset="2"/>
              </a:rPr>
              <a:t> m</a:t>
            </a:r>
            <a:r>
              <a:rPr lang="de-DE" sz="2400" dirty="0"/>
              <a:t>odel-</a:t>
            </a:r>
            <a:r>
              <a:rPr lang="de-DE" sz="2400" dirty="0" err="1"/>
              <a:t>based</a:t>
            </a:r>
            <a:r>
              <a:rPr lang="de-DE" sz="2400" dirty="0"/>
              <a:t> </a:t>
            </a:r>
            <a:r>
              <a:rPr lang="de-DE" sz="2400" dirty="0" err="1"/>
              <a:t>intelligence</a:t>
            </a:r>
            <a:endParaRPr lang="de-DE" sz="2400" dirty="0"/>
          </a:p>
        </p:txBody>
      </p:sp>
      <p:sp>
        <p:nvSpPr>
          <p:cNvPr id="10" name="Textfeld 9">
            <a:extLst>
              <a:ext uri="{FF2B5EF4-FFF2-40B4-BE49-F238E27FC236}">
                <a16:creationId xmlns:a16="http://schemas.microsoft.com/office/drawing/2014/main" id="{83A7B05B-B65F-2476-82F3-1298F07F2848}"/>
              </a:ext>
            </a:extLst>
          </p:cNvPr>
          <p:cNvSpPr txBox="1"/>
          <p:nvPr/>
        </p:nvSpPr>
        <p:spPr>
          <a:xfrm>
            <a:off x="7884160" y="2140585"/>
            <a:ext cx="3469640" cy="3046988"/>
          </a:xfrm>
          <a:prstGeom prst="rect">
            <a:avLst/>
          </a:prstGeom>
          <a:noFill/>
          <a:ln>
            <a:solidFill>
              <a:schemeClr val="tx1"/>
            </a:solidFill>
          </a:ln>
        </p:spPr>
        <p:txBody>
          <a:bodyPr wrap="square">
            <a:spAutoFit/>
          </a:bodyPr>
          <a:lstStyle/>
          <a:p>
            <a:pPr marL="0" indent="0">
              <a:buNone/>
            </a:pPr>
            <a:r>
              <a:rPr lang="de-DE" sz="2400" dirty="0"/>
              <a:t>Learning-</a:t>
            </a:r>
            <a:r>
              <a:rPr lang="de-DE" sz="2400" dirty="0" err="1"/>
              <a:t>Based</a:t>
            </a:r>
            <a:r>
              <a:rPr lang="de-DE" sz="2400" dirty="0"/>
              <a:t>:</a:t>
            </a:r>
          </a:p>
          <a:p>
            <a:pPr marL="285750" indent="-285750">
              <a:buFont typeface="Arial" panose="020B0604020202020204" pitchFamily="34" charset="0"/>
              <a:buChar char="•"/>
            </a:pPr>
            <a:r>
              <a:rPr lang="de-DE" sz="2400" dirty="0"/>
              <a:t>RL</a:t>
            </a:r>
          </a:p>
          <a:p>
            <a:pPr marL="285750" indent="-285750">
              <a:buFont typeface="Arial" panose="020B0604020202020204" pitchFamily="34" charset="0"/>
              <a:buChar char="•"/>
            </a:pPr>
            <a:r>
              <a:rPr lang="de-DE" sz="2400" dirty="0" err="1"/>
              <a:t>Learns</a:t>
            </a:r>
            <a:r>
              <a:rPr lang="de-DE" sz="2400" dirty="0"/>
              <a:t> </a:t>
            </a:r>
            <a:r>
              <a:rPr lang="de-DE" sz="2400" dirty="0" err="1"/>
              <a:t>directly</a:t>
            </a:r>
            <a:r>
              <a:rPr lang="de-DE" sz="2400" dirty="0"/>
              <a:t> </a:t>
            </a:r>
            <a:r>
              <a:rPr lang="de-DE" sz="2400" dirty="0" err="1"/>
              <a:t>from</a:t>
            </a:r>
            <a:r>
              <a:rPr lang="de-DE" sz="2400" dirty="0"/>
              <a:t> </a:t>
            </a:r>
            <a:r>
              <a:rPr lang="de-DE" sz="2400" dirty="0" err="1"/>
              <a:t>data</a:t>
            </a:r>
            <a:endParaRPr lang="de-DE" sz="2400" dirty="0"/>
          </a:p>
          <a:p>
            <a:pPr marL="285750" indent="-285750">
              <a:buFont typeface="Arial" panose="020B0604020202020204" pitchFamily="34" charset="0"/>
              <a:buChar char="•"/>
            </a:pPr>
            <a:r>
              <a:rPr lang="de-DE" sz="2400" dirty="0"/>
              <a:t>Challenges in </a:t>
            </a:r>
            <a:r>
              <a:rPr lang="de-DE" sz="2400" dirty="0" err="1"/>
              <a:t>safety</a:t>
            </a:r>
            <a:r>
              <a:rPr lang="de-DE" sz="2400" dirty="0"/>
              <a:t> and </a:t>
            </a:r>
            <a:r>
              <a:rPr lang="de-DE" sz="2400" dirty="0" err="1"/>
              <a:t>reliability</a:t>
            </a:r>
            <a:endParaRPr lang="de-DE" sz="2400" dirty="0"/>
          </a:p>
          <a:p>
            <a:r>
              <a:rPr lang="de-DE" sz="2400" dirty="0">
                <a:sym typeface="Wingdings" pitchFamily="2" charset="2"/>
              </a:rPr>
              <a:t> </a:t>
            </a:r>
            <a:r>
              <a:rPr lang="de-DE" sz="2400" dirty="0" err="1">
                <a:sym typeface="Wingdings" pitchFamily="2" charset="2"/>
              </a:rPr>
              <a:t>d</a:t>
            </a:r>
            <a:r>
              <a:rPr lang="de-DE" sz="2400" dirty="0" err="1"/>
              <a:t>ata-driven</a:t>
            </a:r>
            <a:r>
              <a:rPr lang="de-DE" sz="2400" dirty="0"/>
              <a:t> </a:t>
            </a:r>
            <a:r>
              <a:rPr lang="de-DE" sz="2400" dirty="0" err="1"/>
              <a:t>intelligence</a:t>
            </a:r>
            <a:endParaRPr lang="de-DE" sz="2400" dirty="0"/>
          </a:p>
        </p:txBody>
      </p:sp>
      <p:sp>
        <p:nvSpPr>
          <p:cNvPr id="12" name="Textfeld 11">
            <a:extLst>
              <a:ext uri="{FF2B5EF4-FFF2-40B4-BE49-F238E27FC236}">
                <a16:creationId xmlns:a16="http://schemas.microsoft.com/office/drawing/2014/main" id="{B92B5387-F3AC-74F5-65A2-8260DD3C6EDF}"/>
              </a:ext>
            </a:extLst>
          </p:cNvPr>
          <p:cNvSpPr txBox="1"/>
          <p:nvPr/>
        </p:nvSpPr>
        <p:spPr>
          <a:xfrm>
            <a:off x="838200" y="5796637"/>
            <a:ext cx="10515600" cy="461665"/>
          </a:xfrm>
          <a:prstGeom prst="rect">
            <a:avLst/>
          </a:prstGeom>
          <a:noFill/>
        </p:spPr>
        <p:txBody>
          <a:bodyPr wrap="square">
            <a:spAutoFit/>
          </a:bodyPr>
          <a:lstStyle/>
          <a:p>
            <a:pPr marL="0" indent="0" algn="ctr">
              <a:buNone/>
            </a:pPr>
            <a:r>
              <a:rPr lang="de-DE" sz="2400" dirty="0"/>
              <a:t>Modern </a:t>
            </a:r>
            <a:r>
              <a:rPr lang="de-DE" sz="2400" dirty="0" err="1"/>
              <a:t>control</a:t>
            </a:r>
            <a:r>
              <a:rPr lang="de-DE" sz="2400" dirty="0"/>
              <a:t> </a:t>
            </a:r>
            <a:r>
              <a:rPr lang="de-DE" sz="2400" dirty="0" err="1"/>
              <a:t>systems</a:t>
            </a:r>
            <a:r>
              <a:rPr lang="de-DE" sz="2400" dirty="0"/>
              <a:t> </a:t>
            </a:r>
            <a:r>
              <a:rPr lang="de-DE" sz="2400" dirty="0" err="1"/>
              <a:t>often</a:t>
            </a:r>
            <a:r>
              <a:rPr lang="de-DE" sz="2400" dirty="0"/>
              <a:t> </a:t>
            </a:r>
            <a:r>
              <a:rPr lang="de-DE" sz="2400" dirty="0" err="1"/>
              <a:t>combinations</a:t>
            </a:r>
            <a:r>
              <a:rPr lang="de-DE" sz="2400" dirty="0"/>
              <a:t> </a:t>
            </a:r>
            <a:r>
              <a:rPr lang="de-DE" sz="2400" dirty="0" err="1"/>
              <a:t>of</a:t>
            </a:r>
            <a:r>
              <a:rPr lang="de-DE" sz="2400" dirty="0"/>
              <a:t> </a:t>
            </a:r>
            <a:r>
              <a:rPr lang="de-DE" sz="2400" dirty="0" err="1"/>
              <a:t>the</a:t>
            </a:r>
            <a:r>
              <a:rPr lang="de-DE" sz="2400" dirty="0"/>
              <a:t> different </a:t>
            </a:r>
            <a:r>
              <a:rPr lang="de-DE" sz="2400" dirty="0" err="1"/>
              <a:t>ideas</a:t>
            </a:r>
            <a:endParaRPr lang="de-DE" sz="2400" dirty="0"/>
          </a:p>
        </p:txBody>
      </p:sp>
    </p:spTree>
    <p:extLst>
      <p:ext uri="{BB962C8B-B14F-4D97-AF65-F5344CB8AC3E}">
        <p14:creationId xmlns:p14="http://schemas.microsoft.com/office/powerpoint/2010/main" val="710345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908</Words>
  <Application>Microsoft Macintosh PowerPoint</Application>
  <PresentationFormat>Breitbild</PresentationFormat>
  <Paragraphs>162</Paragraphs>
  <Slides>18</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18</vt:i4>
      </vt:variant>
    </vt:vector>
  </HeadingPairs>
  <TitlesOfParts>
    <vt:vector size="24" baseType="lpstr">
      <vt:lpstr>Aptos</vt:lpstr>
      <vt:lpstr>Aptos Display</vt:lpstr>
      <vt:lpstr>Arial</vt:lpstr>
      <vt:lpstr>Cambria Math</vt:lpstr>
      <vt:lpstr>Wingdings</vt:lpstr>
      <vt:lpstr>Office Theme</vt:lpstr>
      <vt:lpstr>Advanced Control Methods</vt:lpstr>
      <vt:lpstr>Course Schedule</vt:lpstr>
      <vt:lpstr>Advanced Control Methods</vt:lpstr>
      <vt:lpstr>Why Go Beyond Classical Control?</vt:lpstr>
      <vt:lpstr>How to control systems when models are imperfect and constraints matter?</vt:lpstr>
      <vt:lpstr>Model Predictive Control (MPC)</vt:lpstr>
      <vt:lpstr>MPC Optimization Problem</vt:lpstr>
      <vt:lpstr>Constraint Handling in MPC</vt:lpstr>
      <vt:lpstr>PowerPoint-Präsentation</vt:lpstr>
      <vt:lpstr>Intuition</vt:lpstr>
      <vt:lpstr>Contrast to Classical Control</vt:lpstr>
      <vt:lpstr>Limitations of MPC</vt:lpstr>
      <vt:lpstr>Reinforcement Learning (RL)</vt:lpstr>
      <vt:lpstr>Reward Concept</vt:lpstr>
      <vt:lpstr>Deep RL</vt:lpstr>
      <vt:lpstr>Contrast to MPC</vt:lpstr>
      <vt:lpstr>Challenges of RL</vt:lpstr>
      <vt:lpstr>Three Perspectives on Control</vt:lpstr>
    </vt:vector>
  </TitlesOfParts>
  <Company>Panasonic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Wick, Felix</dc:creator>
  <cp:lastModifiedBy>Felix Wick</cp:lastModifiedBy>
  <cp:revision>95</cp:revision>
  <dcterms:created xsi:type="dcterms:W3CDTF">2025-01-08T09:27:30Z</dcterms:created>
  <dcterms:modified xsi:type="dcterms:W3CDTF">2026-05-20T20:37:12Z</dcterms:modified>
</cp:coreProperties>
</file>