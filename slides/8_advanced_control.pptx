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448"/>
    <p:restoredTop sz="95028" autoAdjust="0"/>
  </p:normalViewPr>
  <p:slideViewPr>
    <p:cSldViewPr snapToGrid="0">
      <p:cViewPr varScale="1">
        <p:scale>
          <a:sx n="67" d="100"/>
          <a:sy n="67" d="100"/>
        </p:scale>
        <p:origin x="192" y="18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  <a:p>
            <a:r>
              <a:rPr lang="de-DE" dirty="0"/>
              <a:t>Model </a:t>
            </a:r>
            <a:r>
              <a:rPr lang="de-DE" dirty="0" err="1"/>
              <a:t>Predictive</a:t>
            </a:r>
            <a:r>
              <a:rPr lang="de-DE" dirty="0"/>
              <a:t> Control (</a:t>
            </a:r>
            <a:r>
              <a:rPr lang="de-DE" dirty="0" err="1"/>
              <a:t>optimization-based</a:t>
            </a:r>
            <a:r>
              <a:rPr lang="de-DE" dirty="0"/>
              <a:t>)</a:t>
            </a:r>
          </a:p>
          <a:p>
            <a:r>
              <a:rPr lang="de-DE" dirty="0"/>
              <a:t>Reinforcement Learning (</a:t>
            </a:r>
            <a:r>
              <a:rPr lang="de-DE" dirty="0" err="1"/>
              <a:t>learning-based</a:t>
            </a:r>
            <a:r>
              <a:rPr lang="de-DE" dirty="0"/>
              <a:t>)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C340C3-9C78-3F9C-D851-20F7318C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Advanced</a:t>
            </a:r>
            <a:r>
              <a:rPr lang="de-DE" dirty="0"/>
              <a:t> Control?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136750-489C-A65C-D9BE-DC0C68035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limitations</a:t>
            </a:r>
            <a:endParaRPr lang="de-DE" dirty="0"/>
          </a:p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Constraints and </a:t>
            </a:r>
            <a:r>
              <a:rPr lang="de-DE" dirty="0" err="1"/>
              <a:t>nonlinearities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454C31-C982-4772-79AD-EEF7B13F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12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B732A1-715F-0122-5EFC-CCF2B42F6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Predictive</a:t>
            </a:r>
            <a:r>
              <a:rPr lang="de-DE" dirty="0"/>
              <a:t> Control (MPC)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493893-88D0-C12D-098B-3D88ABCAF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sequence</a:t>
            </a:r>
            <a:endParaRPr lang="de-DE" dirty="0"/>
          </a:p>
          <a:p>
            <a:r>
              <a:rPr lang="de-DE" dirty="0"/>
              <a:t>Handle </a:t>
            </a:r>
            <a:r>
              <a:rPr lang="de-DE" dirty="0" err="1"/>
              <a:t>constraints</a:t>
            </a:r>
            <a:r>
              <a:rPr lang="de-DE" dirty="0"/>
              <a:t> </a:t>
            </a:r>
            <a:r>
              <a:rPr lang="de-DE" dirty="0" err="1"/>
              <a:t>explicitly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0893F2-2C53-DFE0-AC85-D4DC633E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8464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FE49FE-0428-B8E0-4DFD-85FD62956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MPC </a:t>
            </a:r>
            <a:r>
              <a:rPr lang="de-DE" dirty="0" err="1"/>
              <a:t>Optimization</a:t>
            </a:r>
            <a:r>
              <a:rPr lang="de-DE" dirty="0"/>
              <a:t>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CDA7C3-F986-EAFE-832A-E3906D892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/>
              <a:t>Constraints</a:t>
            </a:r>
          </a:p>
          <a:p>
            <a:r>
              <a:rPr lang="de-DE" dirty="0" err="1"/>
              <a:t>Receding</a:t>
            </a:r>
            <a:r>
              <a:rPr lang="de-DE" dirty="0"/>
              <a:t> </a:t>
            </a:r>
            <a:r>
              <a:rPr lang="de-DE" dirty="0" err="1"/>
              <a:t>horizon</a:t>
            </a:r>
            <a:r>
              <a:rPr lang="de-DE" dirty="0"/>
              <a:t> </a:t>
            </a:r>
            <a:r>
              <a:rPr lang="de-DE" dirty="0" err="1"/>
              <a:t>principle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C5EAF9-9446-5EC4-BF0D-0A0580B4F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5439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B28216-4DD7-5D48-4CCF-32E3E95B5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Reinforcement Learning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18D8FC-DB4C-EDC0-1A7D-5393BCD65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interaction</a:t>
            </a:r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explicit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required</a:t>
            </a:r>
            <a:endParaRPr lang="de-DE" dirty="0"/>
          </a:p>
          <a:p>
            <a:r>
              <a:rPr lang="de-DE" dirty="0" err="1"/>
              <a:t>Trial-and-error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2E5728-BB1A-C473-B574-4BC841C89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1720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B7B37F-7956-FD2C-1817-D6049185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RL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50F2C9-BA13-9854-4400-03ED4C2E63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Data-</a:t>
            </a:r>
            <a:r>
              <a:rPr lang="de-DE" dirty="0" err="1"/>
              <a:t>driven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model-</a:t>
            </a:r>
            <a:r>
              <a:rPr lang="de-DE" dirty="0" err="1"/>
              <a:t>based</a:t>
            </a:r>
            <a:endParaRPr lang="de-DE" dirty="0"/>
          </a:p>
          <a:p>
            <a:r>
              <a:rPr lang="de-DE" dirty="0"/>
              <a:t>Performance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guarantees</a:t>
            </a:r>
            <a:endParaRPr lang="de-DE" dirty="0"/>
          </a:p>
          <a:p>
            <a:r>
              <a:rPr lang="de-DE" dirty="0" err="1"/>
              <a:t>Safety</a:t>
            </a:r>
            <a:r>
              <a:rPr lang="de-DE" dirty="0"/>
              <a:t> </a:t>
            </a:r>
            <a:r>
              <a:rPr lang="de-DE" dirty="0" err="1"/>
              <a:t>challenges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9FE8A7-7365-1614-D56F-D71299C8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3827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56D3F-CC0B-F9FC-B7C0-91A8C5476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Summary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8B714B-3547-0254-1813-859298CC8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Modeling</a:t>
            </a:r>
          </a:p>
          <a:p>
            <a:r>
              <a:rPr lang="de-DE" dirty="0"/>
              <a:t>Analysis</a:t>
            </a:r>
          </a:p>
          <a:p>
            <a:r>
              <a:rPr lang="de-DE" dirty="0"/>
              <a:t>Controller design</a:t>
            </a:r>
          </a:p>
          <a:p>
            <a:r>
              <a:rPr lang="de-DE" dirty="0"/>
              <a:t>Modern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outlook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64ACF9-A284-D136-178A-1C20553E7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3966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</Words>
  <Application>Microsoft Macintosh PowerPoint</Application>
  <PresentationFormat>Breitbild</PresentationFormat>
  <Paragraphs>54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Advanced Control Methods</vt:lpstr>
      <vt:lpstr>Course Schedule</vt:lpstr>
      <vt:lpstr>Advanced Control Methods</vt:lpstr>
      <vt:lpstr>Why Advanced Control?</vt:lpstr>
      <vt:lpstr>Model Predictive Control (MPC)</vt:lpstr>
      <vt:lpstr>MPC Optimization Problem</vt:lpstr>
      <vt:lpstr>Reinforcement Learning</vt:lpstr>
      <vt:lpstr>RL vs Classical Control</vt:lpstr>
      <vt:lpstr>Course Summary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46</cp:revision>
  <dcterms:created xsi:type="dcterms:W3CDTF">2025-01-08T09:27:30Z</dcterms:created>
  <dcterms:modified xsi:type="dcterms:W3CDTF">2026-01-29T11:02:46Z</dcterms:modified>
</cp:coreProperties>
</file>