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265" r:id="rId3"/>
    <p:sldId id="266" r:id="rId4"/>
    <p:sldId id="267" r:id="rId5"/>
    <p:sldId id="278" r:id="rId6"/>
    <p:sldId id="279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403"/>
    <p:restoredTop sz="95028" autoAdjust="0"/>
  </p:normalViewPr>
  <p:slideViewPr>
    <p:cSldViewPr snapToGrid="0">
      <p:cViewPr varScale="1">
        <p:scale>
          <a:sx n="142" d="100"/>
          <a:sy n="142" d="100"/>
        </p:scale>
        <p:origin x="176" y="2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processes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r>
              <a:rPr lang="de-DE" dirty="0"/>
              <a:t>Dynamic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6488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Input: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Output: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DFBEA91-6A2C-D74A-3F3D-4F9B9F0754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Static </a:t>
            </a:r>
            <a:r>
              <a:rPr lang="de-DE" sz="2400" dirty="0" err="1"/>
              <a:t>system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</a:t>
            </a:r>
            <a:r>
              <a:rPr lang="de-DE" sz="2400" dirty="0" err="1"/>
              <a:t>only</a:t>
            </a:r>
            <a:r>
              <a:rPr lang="de-DE" sz="2400" dirty="0"/>
              <a:t> on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current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r>
              <a:rPr lang="de-DE" sz="2400" dirty="0"/>
              <a:t>, </a:t>
            </a:r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Time-</a:t>
            </a:r>
            <a:r>
              <a:rPr lang="de-DE" sz="2400" dirty="0" err="1"/>
              <a:t>varying</a:t>
            </a:r>
            <a:r>
              <a:rPr lang="de-DE" sz="2400" dirty="0"/>
              <a:t> ≠ </a:t>
            </a:r>
            <a:r>
              <a:rPr lang="de-DE" sz="2400" dirty="0" err="1"/>
              <a:t>dynamic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Resistor</a:t>
            </a:r>
            <a:endParaRPr lang="de-DE" sz="2400" dirty="0"/>
          </a:p>
          <a:p>
            <a:r>
              <a:rPr lang="de-DE" sz="2400" dirty="0"/>
              <a:t>Valve</a:t>
            </a:r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7355740" y="5243272"/>
                <a:ext cx="4662734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itchFamily="2" charset="2"/>
                  <a:buChar char="à"/>
                </a:pPr>
                <a:r>
                  <a:rPr lang="de-DE" sz="2400" dirty="0"/>
                  <a:t>here: </a:t>
                </a:r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endParaRPr lang="de-DE" sz="2400" dirty="0"/>
              </a:p>
              <a:p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de-DE" sz="2000" dirty="0"/>
              </a:p>
              <a:p>
                <a:r>
                  <a:rPr lang="de-DE" sz="2000" dirty="0"/>
                  <a:t>(first-order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5740" y="5243272"/>
                <a:ext cx="4662734" cy="1077218"/>
              </a:xfrm>
              <a:prstGeom prst="rect">
                <a:avLst/>
              </a:prstGeom>
              <a:blipFill>
                <a:blip r:embed="rId2"/>
                <a:stretch>
                  <a:fillRect l="-1902" t="-4651" r="-815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H="1" flipV="1">
            <a:off x="8417859" y="4717326"/>
            <a:ext cx="192741" cy="612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Linear: </a:t>
            </a:r>
            <a:r>
              <a:rPr lang="de-DE" dirty="0" err="1"/>
              <a:t>superposition</a:t>
            </a:r>
            <a:r>
              <a:rPr lang="de-DE" dirty="0"/>
              <a:t> </a:t>
            </a:r>
            <a:r>
              <a:rPr lang="de-DE" dirty="0" err="1"/>
              <a:t>applies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Time-invariant: </a:t>
            </a:r>
            <a:r>
              <a:rPr lang="de-DE" dirty="0" err="1"/>
              <a:t>parameters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Output proportional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Static </a:t>
                </a:r>
                <a:r>
                  <a:rPr lang="de-DE" dirty="0" err="1"/>
                  <a:t>gain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amplifier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/>
          <p:nvPr/>
        </p:nvCxnSpPr>
        <p:spPr>
          <a:xfrm flipV="1">
            <a:off x="2312894" y="2716306"/>
            <a:ext cx="609600" cy="712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B04744-0A78-585A-ABF6-255841A38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Integrator </a:t>
            </a:r>
            <a:r>
              <a:rPr lang="de-DE" dirty="0" err="1"/>
              <a:t>accumulates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Differentiator </a:t>
            </a:r>
            <a:r>
              <a:rPr lang="de-DE" dirty="0" err="1"/>
              <a:t>responds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rate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change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appear</a:t>
            </a:r>
            <a:r>
              <a:rPr lang="de-DE" dirty="0"/>
              <a:t> </a:t>
            </a:r>
            <a:r>
              <a:rPr lang="de-DE" dirty="0" err="1"/>
              <a:t>implicitly</a:t>
            </a:r>
            <a:r>
              <a:rPr lang="de-DE" dirty="0"/>
              <a:t> in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endParaRPr lang="de-DE" dirty="0"/>
              </a:p>
              <a:p>
                <a:r>
                  <a:rPr lang="de-DE" dirty="0" err="1"/>
                  <a:t>Characterized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time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Smooth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1" dirty="0"/>
                  <a:t>Plot: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4AE596-18C7-3B34-C44D-8A40912DE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storage</a:t>
            </a:r>
            <a:r>
              <a:rPr lang="de-DE" dirty="0"/>
              <a:t> </a:t>
            </a:r>
            <a:r>
              <a:rPr lang="de-DE" dirty="0" err="1"/>
              <a:t>elements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oscillations</a:t>
            </a:r>
            <a:endParaRPr lang="de-DE" dirty="0"/>
          </a:p>
          <a:p>
            <a:r>
              <a:rPr lang="de-DE" dirty="0" err="1"/>
              <a:t>Characterized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and </a:t>
            </a:r>
            <a:r>
              <a:rPr lang="de-DE" dirty="0" err="1"/>
              <a:t>damping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underdamped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overdamped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AE5EC4-52A4-BBD7-A547-E7DA4C4B39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Delay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and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/>
              <a:t>Common in </a:t>
            </a:r>
            <a:r>
              <a:rPr lang="de-DE" dirty="0" err="1"/>
              <a:t>processes</a:t>
            </a:r>
            <a:r>
              <a:rPr lang="de-DE" dirty="0"/>
              <a:t> and </a:t>
            </a:r>
            <a:r>
              <a:rPr lang="de-DE" dirty="0" err="1"/>
              <a:t>networks</a:t>
            </a:r>
            <a:endParaRPr lang="de-DE" dirty="0"/>
          </a:p>
          <a:p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difficult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delayed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541</Words>
  <Application>Microsoft Macintosh PowerPoint</Application>
  <PresentationFormat>Breitbild</PresentationFormat>
  <Paragraphs>171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Wingdings</vt:lpstr>
      <vt:lpstr>Office Theme</vt:lpstr>
      <vt:lpstr>Systems</vt:lpstr>
      <vt:lpstr>Course Schedule</vt:lpstr>
      <vt:lpstr>Systems</vt:lpstr>
      <vt:lpstr>Processes, Systems, Models</vt:lpstr>
      <vt:lpstr>Examples from Electrical Engineering</vt:lpstr>
      <vt:lpstr>Static and Dynamic Systems</vt:lpstr>
      <vt:lpstr>Why We Need Models</vt:lpstr>
      <vt:lpstr>Mathematical Models</vt:lpstr>
      <vt:lpstr>Differential-Equation Models</vt:lpstr>
      <vt:lpstr>Linear Time-Invariant (LTI) Systems</vt:lpstr>
      <vt:lpstr>Proportional (P) Systems</vt:lpstr>
      <vt:lpstr>Integrating and Differentiating Behavior</vt:lpstr>
      <vt:lpstr>First-Order Systems (PT1)</vt:lpstr>
      <vt:lpstr>Second-Order Systems (PT2)</vt:lpstr>
      <vt:lpstr>Dead Time</vt:lpstr>
      <vt:lpstr>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77</cp:revision>
  <dcterms:created xsi:type="dcterms:W3CDTF">2025-01-08T09:27:30Z</dcterms:created>
  <dcterms:modified xsi:type="dcterms:W3CDTF">2026-01-29T20:59:55Z</dcterms:modified>
</cp:coreProperties>
</file>