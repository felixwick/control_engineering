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7" r:id="rId15"/>
    <p:sldId id="311" r:id="rId16"/>
    <p:sldId id="313" r:id="rId17"/>
    <p:sldId id="310" r:id="rId18"/>
    <p:sldId id="281" r:id="rId19"/>
    <p:sldId id="306" r:id="rId20"/>
    <p:sldId id="307" r:id="rId21"/>
    <p:sldId id="308" r:id="rId22"/>
    <p:sldId id="275" r:id="rId23"/>
    <p:sldId id="312" r:id="rId24"/>
    <p:sldId id="314" r:id="rId25"/>
    <p:sldId id="315" r:id="rId26"/>
    <p:sldId id="282" r:id="rId27"/>
    <p:sldId id="283" r:id="rId28"/>
    <p:sldId id="271" r:id="rId29"/>
    <p:sldId id="276" r:id="rId30"/>
    <p:sldId id="316" r:id="rId31"/>
    <p:sldId id="280" r:id="rId32"/>
    <p:sldId id="27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2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568427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8056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75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534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55636F-CEC6-5112-E387-095FDF619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9637"/>
            <a:ext cx="7727398" cy="49092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9E1AEC0-F52F-9949-AB14-1F7CB6916133}"/>
              </a:ext>
            </a:extLst>
          </p:cNvPr>
          <p:cNvSpPr txBox="1"/>
          <p:nvPr/>
        </p:nvSpPr>
        <p:spPr>
          <a:xfrm>
            <a:off x="8610600" y="2823189"/>
            <a:ext cx="32991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a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though</a:t>
            </a:r>
            <a:r>
              <a:rPr lang="de-DE" dirty="0"/>
              <a:t> </a:t>
            </a:r>
            <a:r>
              <a:rPr lang="de-DE" dirty="0" err="1"/>
              <a:t>there’s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2156</Words>
  <Application>Microsoft Macintosh PowerPoint</Application>
  <PresentationFormat>Breitbild</PresentationFormat>
  <Paragraphs>413</Paragraphs>
  <Slides>32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237</cp:revision>
  <dcterms:created xsi:type="dcterms:W3CDTF">2025-01-08T09:27:30Z</dcterms:created>
  <dcterms:modified xsi:type="dcterms:W3CDTF">2026-02-06T21:08:39Z</dcterms:modified>
</cp:coreProperties>
</file>