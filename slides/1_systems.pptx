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41"/>
    <p:restoredTop sz="95028" autoAdjust="0"/>
  </p:normalViewPr>
  <p:slideViewPr>
    <p:cSldViewPr snapToGrid="0">
      <p:cViewPr varScale="1">
        <p:scale>
          <a:sx n="82" d="100"/>
          <a:sy n="82" d="100"/>
        </p:scale>
        <p:origin x="168" y="15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Systems, Processes,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Systems, Processes, Models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System?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maps</a:t>
            </a:r>
            <a:r>
              <a:rPr lang="de-DE" dirty="0"/>
              <a:t> </a:t>
            </a:r>
            <a:r>
              <a:rPr lang="de-DE" b="1" dirty="0" err="1"/>
              <a:t>inputs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b="1" dirty="0" err="1"/>
              <a:t>outputs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, </a:t>
            </a:r>
            <a:r>
              <a:rPr lang="de-DE" dirty="0" err="1"/>
              <a:t>biological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abstract</a:t>
            </a:r>
            <a:endParaRPr lang="de-DE" dirty="0"/>
          </a:p>
          <a:p>
            <a:r>
              <a:rPr lang="de-DE" dirty="0"/>
              <a:t>Dynamic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evolve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E79026-1D13-D336-F5DD-95F40151C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</a:t>
            </a:r>
          </a:p>
          <a:p>
            <a:r>
              <a:rPr lang="de-DE" dirty="0"/>
              <a:t>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</a:t>
            </a:r>
          </a:p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discrete</a:t>
            </a:r>
            <a:r>
              <a:rPr lang="de-DE" dirty="0"/>
              <a:t>-time </a:t>
            </a:r>
            <a:r>
              <a:rPr lang="de-DE" dirty="0" err="1"/>
              <a:t>systems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 </a:t>
            </a:r>
            <a:r>
              <a:rPr lang="de-DE" dirty="0" err="1"/>
              <a:t>Equations</a:t>
            </a:r>
            <a:r>
              <a:rPr lang="de-DE" dirty="0"/>
              <a:t> in Control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derivatives</a:t>
            </a:r>
          </a:p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–spring–</a:t>
            </a:r>
            <a:r>
              <a:rPr lang="de-DE" dirty="0" err="1"/>
              <a:t>damper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Order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equation</a:t>
            </a:r>
            <a:r>
              <a:rPr lang="de-DE" dirty="0"/>
              <a:t> =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order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Image:</a:t>
            </a:r>
            <a:r>
              <a:rPr lang="de-DE" dirty="0"/>
              <a:t> </a:t>
            </a:r>
            <a:r>
              <a:rPr lang="de-DE" dirty="0" err="1"/>
              <a:t>mass</a:t>
            </a:r>
            <a:r>
              <a:rPr lang="de-DE" dirty="0"/>
              <a:t>–spring–</a:t>
            </a:r>
            <a:r>
              <a:rPr lang="de-DE" dirty="0" err="1"/>
              <a:t>damper</a:t>
            </a:r>
            <a:r>
              <a:rPr lang="de-DE" dirty="0"/>
              <a:t> </a:t>
            </a:r>
            <a:r>
              <a:rPr lang="de-DE" dirty="0" err="1"/>
              <a:t>schematic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Linear: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applies</a:t>
            </a:r>
            <a:endParaRPr lang="de-DE" dirty="0"/>
          </a:p>
          <a:p>
            <a:r>
              <a:rPr lang="de-DE" dirty="0"/>
              <a:t>Time-invariant: </a:t>
            </a:r>
            <a:r>
              <a:rPr lang="de-DE" dirty="0" err="1"/>
              <a:t>parameters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D93057-B654-A742-35B1-8FC40DA94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Output proportional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input</a:t>
            </a:r>
            <a:endParaRPr lang="de-DE" dirty="0"/>
          </a:p>
          <a:p>
            <a:r>
              <a:rPr lang="de-DE" dirty="0"/>
              <a:t>Static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Example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amplifier</a:t>
            </a:r>
            <a:endParaRPr lang="de-DE" dirty="0"/>
          </a:p>
          <a:p>
            <a:pPr marL="0" indent="0">
              <a:buNone/>
            </a:pPr>
            <a:endParaRPr lang="de-DE" b="1" dirty="0"/>
          </a:p>
          <a:p>
            <a:pPr marL="0" indent="0">
              <a:buNone/>
            </a:pPr>
            <a:r>
              <a:rPr lang="de-DE" b="1" dirty="0" err="1"/>
              <a:t>Equation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y</a:t>
            </a:r>
            <a:r>
              <a:rPr lang="de-DE" dirty="0"/>
              <a:t>(t) = K </a:t>
            </a:r>
            <a:r>
              <a:rPr lang="de-DE" dirty="0" err="1"/>
              <a:t>u</a:t>
            </a:r>
            <a:r>
              <a:rPr lang="de-DE" dirty="0"/>
              <a:t>(t)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B04744-0A78-585A-ABF6-255841A38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Integrator </a:t>
            </a:r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r>
              <a:rPr lang="de-DE" dirty="0"/>
              <a:t>Differentiator </a:t>
            </a:r>
            <a:r>
              <a:rPr lang="de-DE" dirty="0" err="1"/>
              <a:t>responds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rate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change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appear</a:t>
            </a:r>
            <a:r>
              <a:rPr lang="de-DE" dirty="0"/>
              <a:t> </a:t>
            </a:r>
            <a:r>
              <a:rPr lang="de-DE" dirty="0" err="1"/>
              <a:t>implicitly</a:t>
            </a:r>
            <a:r>
              <a:rPr lang="de-DE" dirty="0"/>
              <a:t> in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D7E54A-26B6-1A1F-EFCD-3CB7658FC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 </a:t>
            </a:r>
            <a:r>
              <a:rPr lang="de-DE" dirty="0" err="1"/>
              <a:t>element</a:t>
            </a:r>
            <a:endParaRPr lang="de-DE" dirty="0"/>
          </a:p>
          <a:p>
            <a:r>
              <a:rPr lang="de-DE" dirty="0" err="1"/>
              <a:t>Characterized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time </a:t>
            </a:r>
            <a:r>
              <a:rPr lang="de-DE" dirty="0" err="1"/>
              <a:t>constant</a:t>
            </a:r>
            <a:endParaRPr lang="de-DE" dirty="0"/>
          </a:p>
          <a:p>
            <a:r>
              <a:rPr lang="de-DE" dirty="0"/>
              <a:t>Smooth </a:t>
            </a:r>
            <a:r>
              <a:rPr lang="de-DE" dirty="0" err="1"/>
              <a:t>exponential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Equation</a:t>
            </a:r>
            <a:r>
              <a:rPr lang="de-DE" b="1" dirty="0"/>
              <a:t>:</a:t>
            </a:r>
            <a:r>
              <a:rPr lang="de-DE" dirty="0"/>
              <a:t> \tau \</a:t>
            </a:r>
            <a:r>
              <a:rPr lang="de-DE" dirty="0" err="1"/>
              <a:t>dot</a:t>
            </a:r>
            <a:r>
              <a:rPr lang="de-DE" dirty="0"/>
              <a:t>{</a:t>
            </a:r>
            <a:r>
              <a:rPr lang="de-DE" dirty="0" err="1"/>
              <a:t>y</a:t>
            </a:r>
            <a:r>
              <a:rPr lang="de-DE" dirty="0"/>
              <a:t>} + </a:t>
            </a:r>
            <a:r>
              <a:rPr lang="de-DE" dirty="0" err="1"/>
              <a:t>y</a:t>
            </a:r>
            <a:r>
              <a:rPr lang="de-DE" dirty="0"/>
              <a:t> = K </a:t>
            </a:r>
            <a:r>
              <a:rPr lang="de-DE" dirty="0" err="1"/>
              <a:t>u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4AE596-18C7-3B34-C44D-8A40912DE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endParaRPr lang="de-DE" dirty="0"/>
          </a:p>
          <a:p>
            <a:r>
              <a:rPr lang="de-DE" dirty="0" err="1"/>
              <a:t>Characterized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underdamped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overdamped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AE5EC4-52A4-BBD7-A547-E7DA4C4B3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Delay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Common in </a:t>
            </a: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networks</a:t>
            </a:r>
            <a:endParaRPr lang="de-DE" dirty="0"/>
          </a:p>
          <a:p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difficult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326</Words>
  <Application>Microsoft Macintosh PowerPoint</Application>
  <PresentationFormat>Breitbild</PresentationFormat>
  <Paragraphs>97</Paragraphs>
  <Slides>14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Systems, Processes, Models</vt:lpstr>
      <vt:lpstr>Course Schedule</vt:lpstr>
      <vt:lpstr>Systems, Processes, Models</vt:lpstr>
      <vt:lpstr>What Is a System?</vt:lpstr>
      <vt:lpstr>Why We Need Models</vt:lpstr>
      <vt:lpstr>Mathematical Models</vt:lpstr>
      <vt:lpstr>Differential Equations in Control</vt:lpstr>
      <vt:lpstr>Linear Time-Invariant (LTI) Systems</vt:lpstr>
      <vt:lpstr>Proportional (P) Systems</vt:lpstr>
      <vt:lpstr>Integrating and Differentiating Behavior</vt:lpstr>
      <vt:lpstr>First-Order Systems (PT1)</vt:lpstr>
      <vt:lpstr>Second-Order Systems (PT2)</vt:lpstr>
      <vt:lpstr>Dead Time</vt:lpstr>
      <vt:lpstr>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46</cp:revision>
  <dcterms:created xsi:type="dcterms:W3CDTF">2025-01-08T09:27:30Z</dcterms:created>
  <dcterms:modified xsi:type="dcterms:W3CDTF">2026-01-24T11:16:22Z</dcterms:modified>
</cp:coreProperties>
</file>