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5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7" r:id="rId15"/>
    <p:sldId id="311" r:id="rId16"/>
    <p:sldId id="313" r:id="rId17"/>
    <p:sldId id="310" r:id="rId18"/>
    <p:sldId id="281" r:id="rId19"/>
    <p:sldId id="306" r:id="rId20"/>
    <p:sldId id="307" r:id="rId21"/>
    <p:sldId id="308" r:id="rId22"/>
    <p:sldId id="275" r:id="rId23"/>
    <p:sldId id="312" r:id="rId24"/>
    <p:sldId id="314" r:id="rId25"/>
    <p:sldId id="315" r:id="rId26"/>
    <p:sldId id="282" r:id="rId27"/>
    <p:sldId id="318" r:id="rId28"/>
    <p:sldId id="283" r:id="rId29"/>
    <p:sldId id="271" r:id="rId30"/>
    <p:sldId id="276" r:id="rId31"/>
    <p:sldId id="316" r:id="rId32"/>
    <p:sldId id="280" r:id="rId33"/>
    <p:sldId id="27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5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C4B5636-F87D-E2AF-2ABE-795C927F0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79522"/>
            <a:ext cx="3581400" cy="19606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/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(derivatives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blipFill>
                <a:blip r:embed="rId4"/>
                <a:stretch>
                  <a:fillRect l="-2353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de-DE" sz="2000" dirty="0"/>
                  <a:t>, 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1994767" y="4587300"/>
            <a:ext cx="141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dissipation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400" dirty="0"/>
                  <a:t>Output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/>
                  <a:t>Static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divided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), aka DC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464904" y="2601157"/>
            <a:ext cx="402583" cy="629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277ABE33-F6AD-D0A2-0780-C841CCA22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898" y="3568427"/>
            <a:ext cx="5251262" cy="192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9BD9ACDD-5536-F40F-D02A-E1101856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B8547-AEE4-B255-5E90-6ED98B38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Time Constant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FCC748-1ECC-6B54-2760-821AF3C9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6" name="Grafik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9C3298DA-8247-0E24-AF2E-29BAE8A8C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730" y="1640064"/>
            <a:ext cx="7858539" cy="50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55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192040B-8DCE-C5AA-4D7E-6E6F8EE2E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1665C22-EB67-009B-48E2-4F112F3F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9C8FDDD-72B7-CFB2-F3D3-6580A5013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8056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75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534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impulse</a:t>
            </a:r>
            <a:r>
              <a:rPr lang="de-DE" dirty="0"/>
              <a:t>:</a:t>
            </a:r>
          </a:p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C2983263-B164-34FF-E305-281445B7B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469" y="1232065"/>
            <a:ext cx="3282018" cy="261124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BEC4502-07A1-FC55-7616-3C68D5ED9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344" y="3817199"/>
            <a:ext cx="5460539" cy="253915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F1E493E-F9E8-B141-B5A6-D960EE7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and Impulse Response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42D4C-3133-8842-0920-06E0EE1B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pic>
        <p:nvPicPr>
          <p:cNvPr id="8" name="Grafik 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B015B22-9D8B-8B6F-2198-93E7327F1D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1" y="1440784"/>
            <a:ext cx="3405073" cy="2729066"/>
          </a:xfrm>
          <a:prstGeom prst="rect">
            <a:avLst/>
          </a:prstGeom>
        </p:spPr>
      </p:pic>
      <p:pic>
        <p:nvPicPr>
          <p:cNvPr id="10" name="Grafik 9" descr="Ein Bild, das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ACE53A99-5DB1-04D3-C422-BE937EEC5F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83" y="4318849"/>
            <a:ext cx="5595178" cy="2539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580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9F8F5-4DF8-B3DA-4C6D-AA2B467E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Responses </a:t>
            </a:r>
            <a:r>
              <a:rPr lang="de-DE" dirty="0" err="1"/>
              <a:t>of</a:t>
            </a:r>
            <a:r>
              <a:rPr lang="de-DE" dirty="0"/>
              <a:t> Higher-Order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31AC4-E923-2B53-1360-2B9FAF65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055636F-CEC6-5112-E387-095FDF619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29637"/>
            <a:ext cx="7727398" cy="49092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9E1AEC0-F52F-9949-AB14-1F7CB6916133}"/>
              </a:ext>
            </a:extLst>
          </p:cNvPr>
          <p:cNvSpPr txBox="1"/>
          <p:nvPr/>
        </p:nvSpPr>
        <p:spPr>
          <a:xfrm>
            <a:off x="8610600" y="2823189"/>
            <a:ext cx="32991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a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though</a:t>
            </a:r>
            <a:r>
              <a:rPr lang="de-DE" dirty="0"/>
              <a:t> </a:t>
            </a:r>
            <a:r>
              <a:rPr lang="de-DE" dirty="0" err="1"/>
              <a:t>there’s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38230661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2163</Words>
  <Application>Microsoft Macintosh PowerPoint</Application>
  <PresentationFormat>Breitbild</PresentationFormat>
  <Paragraphs>416</Paragraphs>
  <Slides>33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Gain and Time Constant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Step and Impulse Response</vt:lpstr>
      <vt:lpstr>Example: RLC Series Circuit</vt:lpstr>
      <vt:lpstr>Linear Time-Invariant (LTI) Systems</vt:lpstr>
      <vt:lpstr>Dead Time</vt:lpstr>
      <vt:lpstr>Step Responses of Higher-Order Systems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239</cp:revision>
  <dcterms:created xsi:type="dcterms:W3CDTF">2025-01-08T09:27:30Z</dcterms:created>
  <dcterms:modified xsi:type="dcterms:W3CDTF">2026-02-16T12:07:57Z</dcterms:modified>
</cp:coreProperties>
</file>