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69" r:id="rId9"/>
    <p:sldId id="279" r:id="rId10"/>
    <p:sldId id="280" r:id="rId11"/>
    <p:sldId id="271" r:id="rId12"/>
    <p:sldId id="283" r:id="rId13"/>
    <p:sldId id="282" r:id="rId14"/>
    <p:sldId id="284" r:id="rId15"/>
    <p:sldId id="28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82"/>
    <p:restoredTop sz="95028" autoAdjust="0"/>
  </p:normalViewPr>
  <p:slideViewPr>
    <p:cSldViewPr snapToGrid="0">
      <p:cViewPr varScale="1">
        <p:scale>
          <a:sx n="138" d="100"/>
          <a:sy n="138" d="100"/>
        </p:scale>
        <p:origin x="200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04/02/2026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04/02/2026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04/02/2026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Representations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CEB9D5-0412-E8FF-40F9-DF71857058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Contain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and </a:t>
            </a:r>
            <a:r>
              <a:rPr lang="de-DE" dirty="0" err="1"/>
              <a:t>zeros</a:t>
            </a:r>
            <a:endParaRPr lang="de-DE" dirty="0"/>
          </a:p>
          <a:p>
            <a:r>
              <a:rPr lang="de-DE" dirty="0"/>
              <a:t>Independent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979A6A-4D72-3612-95F6-A426ADBE2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Modular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Series, parallel,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connections</a:t>
            </a:r>
            <a:endParaRPr lang="de-DE" dirty="0"/>
          </a:p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838</Words>
  <Application>Microsoft Macintosh PowerPoint</Application>
  <PresentationFormat>Breitbild</PresentationFormat>
  <Paragraphs>192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Representations of Transfer Function</vt:lpstr>
      <vt:lpstr>Block Diagrams</vt:lpstr>
      <vt:lpstr>Frequency Response</vt:lpstr>
      <vt:lpstr>Bode Plots</vt:lpstr>
      <vt:lpstr>Bandwidth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93</cp:revision>
  <dcterms:created xsi:type="dcterms:W3CDTF">2025-01-08T09:27:30Z</dcterms:created>
  <dcterms:modified xsi:type="dcterms:W3CDTF">2026-02-05T15:59:17Z</dcterms:modified>
</cp:coreProperties>
</file>