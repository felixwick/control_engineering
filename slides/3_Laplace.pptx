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135"/>
    <p:restoredTop sz="95028" autoAdjust="0"/>
  </p:normalViewPr>
  <p:slideViewPr>
    <p:cSldViewPr snapToGrid="0">
      <p:cViewPr varScale="1">
        <p:scale>
          <a:sx n="69" d="100"/>
          <a:sy n="69" d="100"/>
        </p:scale>
        <p:origin x="224" y="18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85D3F4-FE7F-D5B1-5361-8927EF1D9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Integral </a:t>
            </a:r>
            <a:r>
              <a:rPr lang="de-DE" dirty="0" err="1"/>
              <a:t>transform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time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s = \</a:t>
            </a:r>
            <a:r>
              <a:rPr lang="de-DE" dirty="0" err="1"/>
              <a:t>sigma</a:t>
            </a:r>
            <a:r>
              <a:rPr lang="de-DE" dirty="0"/>
              <a:t> + </a:t>
            </a:r>
            <a:r>
              <a:rPr lang="de-DE" dirty="0" err="1"/>
              <a:t>j</a:t>
            </a:r>
            <a:r>
              <a:rPr lang="de-DE" dirty="0"/>
              <a:t>\</a:t>
            </a:r>
            <a:r>
              <a:rPr lang="de-DE" dirty="0" err="1"/>
              <a:t>omega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E54BF1-6B75-C6B0-1AE0-729255FF4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Step</a:t>
            </a:r>
            <a:endParaRPr lang="de-DE" dirty="0"/>
          </a:p>
          <a:p>
            <a:r>
              <a:rPr lang="de-DE" dirty="0"/>
              <a:t>Ramp</a:t>
            </a:r>
          </a:p>
          <a:p>
            <a:r>
              <a:rPr lang="de-DE" dirty="0" err="1"/>
              <a:t>Exponential</a:t>
            </a:r>
            <a:endParaRPr lang="de-DE" dirty="0"/>
          </a:p>
          <a:p>
            <a:r>
              <a:rPr lang="de-DE" dirty="0" err="1"/>
              <a:t>Sinusoid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0F29DE-9238-F98F-4E31-7312DD042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677041" cy="1325563"/>
          </a:xfrm>
        </p:spPr>
        <p:txBody>
          <a:bodyPr>
            <a:normAutofit/>
          </a:bodyPr>
          <a:lstStyle/>
          <a:p>
            <a:r>
              <a:rPr lang="de-DE" dirty="0" err="1"/>
              <a:t>From</a:t>
            </a:r>
            <a:r>
              <a:rPr lang="de-DE" dirty="0"/>
              <a:t> Differential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9AB511-EEC8-9C99-5716-6FB6D90C7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zero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endParaRPr lang="de-DE" dirty="0"/>
          </a:p>
          <a:p>
            <a:r>
              <a:rPr lang="de-DE" dirty="0"/>
              <a:t>Ratio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in Laplace </a:t>
            </a:r>
            <a:r>
              <a:rPr lang="de-DE" dirty="0" err="1"/>
              <a:t>domain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0D94CC-C83A-ADAF-CBC8-434022B69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7436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FE3B30-8FA2-29B5-DC74-3E46F1E9F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–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 err="1"/>
              <a:t>Contain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and </a:t>
            </a:r>
            <a:r>
              <a:rPr lang="de-DE" dirty="0" err="1"/>
              <a:t>zeros</a:t>
            </a:r>
            <a:endParaRPr lang="de-DE" dirty="0"/>
          </a:p>
          <a:p>
            <a:r>
              <a:rPr lang="de-DE" dirty="0"/>
              <a:t>Independent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979A6A-4D72-3612-95F6-A426ADBE2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Modular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Series, parallel, </a:t>
            </a:r>
            <a:r>
              <a:rPr lang="de-DE" dirty="0" err="1"/>
              <a:t>feedback</a:t>
            </a:r>
            <a:r>
              <a:rPr lang="de-DE" dirty="0"/>
              <a:t> </a:t>
            </a:r>
            <a:r>
              <a:rPr lang="de-DE" dirty="0" err="1"/>
              <a:t>connections</a:t>
            </a:r>
            <a:endParaRPr lang="de-DE" dirty="0"/>
          </a:p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</Words>
  <Application>Microsoft Macintosh PowerPoint</Application>
  <PresentationFormat>Breitbild</PresentationFormat>
  <Paragraphs>70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Laplace Domain</vt:lpstr>
      <vt:lpstr>Course Schedule</vt:lpstr>
      <vt:lpstr>Laplace Domain</vt:lpstr>
      <vt:lpstr>Why the Laplace Transform?</vt:lpstr>
      <vt:lpstr>Definition of the Laplace Transform</vt:lpstr>
      <vt:lpstr>Laplace of Common Signals</vt:lpstr>
      <vt:lpstr>From Differential Equation to Transfer Function</vt:lpstr>
      <vt:lpstr>Transfer Functions</vt:lpstr>
      <vt:lpstr>Block Diagrams</vt:lpstr>
      <vt:lpstr>Frequency Response</vt:lpstr>
      <vt:lpstr>Bode Plots</vt:lpstr>
      <vt:lpstr>Bandwidth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49</cp:revision>
  <dcterms:created xsi:type="dcterms:W3CDTF">2025-01-08T09:27:30Z</dcterms:created>
  <dcterms:modified xsi:type="dcterms:W3CDTF">2026-01-29T11:01:41Z</dcterms:modified>
</cp:coreProperties>
</file>