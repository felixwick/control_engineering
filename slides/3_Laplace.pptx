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69" r:id="rId9"/>
    <p:sldId id="279" r:id="rId10"/>
    <p:sldId id="280" r:id="rId11"/>
    <p:sldId id="271" r:id="rId12"/>
    <p:sldId id="283" r:id="rId13"/>
    <p:sldId id="282" r:id="rId14"/>
    <p:sldId id="284" r:id="rId15"/>
    <p:sldId id="286" r:id="rId16"/>
    <p:sldId id="281" r:id="rId17"/>
    <p:sldId id="272" r:id="rId18"/>
    <p:sldId id="273" r:id="rId19"/>
    <p:sldId id="274" r:id="rId20"/>
    <p:sldId id="275" r:id="rId21"/>
    <p:sldId id="28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670"/>
    <p:restoredTop sz="95028" autoAdjust="0"/>
  </p:normalViewPr>
  <p:slideViewPr>
    <p:cSldViewPr snapToGrid="0">
      <p:cViewPr varScale="1">
        <p:scale>
          <a:sx n="140" d="100"/>
          <a:sy n="140" d="100"/>
        </p:scale>
        <p:origin x="240" y="2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06/02/2026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06/02/2026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06/02/2026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06/02/2026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763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4069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/>
          <p:nvPr/>
        </p:nvCxnSpPr>
        <p:spPr>
          <a:xfrm flipH="1" flipV="1">
            <a:off x="4361688" y="2359152"/>
            <a:ext cx="4965192" cy="68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/>
          <p:nvPr/>
        </p:nvCxnSpPr>
        <p:spPr>
          <a:xfrm flipH="1">
            <a:off x="4700016" y="3337560"/>
            <a:ext cx="6327648" cy="22219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𝑘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892373" y="4382357"/>
                <a:ext cx="179273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8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800" dirty="0"/>
                  <a:t> </a:t>
                </a:r>
                <a:r>
                  <a:rPr lang="de-DE" sz="2800" dirty="0" err="1"/>
                  <a:t>zeros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8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373" y="4382357"/>
                <a:ext cx="1792735" cy="523220"/>
              </a:xfrm>
              <a:prstGeom prst="rect">
                <a:avLst/>
              </a:prstGeom>
              <a:blipFill>
                <a:blip r:embed="rId3"/>
                <a:stretch>
                  <a:fillRect t="-14286" b="-309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892373" y="5330210"/>
                <a:ext cx="1735219" cy="556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800" dirty="0"/>
                  <a:t> </a:t>
                </a:r>
                <a:r>
                  <a:rPr lang="de-DE" sz="2800" dirty="0" err="1"/>
                  <a:t>poles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8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373" y="5330210"/>
                <a:ext cx="1735219" cy="556434"/>
              </a:xfrm>
              <a:prstGeom prst="rect">
                <a:avLst/>
              </a:prstGeom>
              <a:blipFill>
                <a:blip r:embed="rId4"/>
                <a:stretch>
                  <a:fillRect t="-8889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4270248" y="4643967"/>
            <a:ext cx="1622125" cy="3486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</p:cNvCxnSpPr>
          <p:nvPr/>
        </p:nvCxnSpPr>
        <p:spPr>
          <a:xfrm flipH="1" flipV="1">
            <a:off x="4270248" y="5394960"/>
            <a:ext cx="1622125" cy="196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A24B6BD-9064-2C10-584D-40EE55520987}"/>
                  </a:ext>
                </a:extLst>
              </p:cNvPr>
              <p:cNvSpPr txBox="1"/>
              <p:nvPr/>
            </p:nvSpPr>
            <p:spPr>
              <a:xfrm>
                <a:off x="6399499" y="2483199"/>
                <a:ext cx="334206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Numerator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r>
                  <a:rPr lang="de-DE" dirty="0"/>
                  <a:t>In </a:t>
                </a:r>
                <a:r>
                  <a:rPr lang="de-DE" dirty="0" err="1"/>
                  <a:t>general</a:t>
                </a:r>
                <a:r>
                  <a:rPr lang="de-DE" dirty="0"/>
                  <a:t>, also time-</a:t>
                </a:r>
                <a:r>
                  <a:rPr lang="de-DE" dirty="0" err="1"/>
                  <a:t>dependent</a:t>
                </a:r>
                <a:endParaRPr lang="de-DE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A24B6BD-9064-2C10-584D-40EE55520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499" y="2483199"/>
                <a:ext cx="3342069" cy="646331"/>
              </a:xfrm>
              <a:prstGeom prst="rect">
                <a:avLst/>
              </a:prstGeom>
              <a:blipFill>
                <a:blip r:embed="rId5"/>
                <a:stretch>
                  <a:fillRect l="-1894" t="-3846" r="-379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</p:cNvCxnSpPr>
          <p:nvPr/>
        </p:nvCxnSpPr>
        <p:spPr>
          <a:xfrm flipH="1">
            <a:off x="4828032" y="2651760"/>
            <a:ext cx="1490472" cy="501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007549E-73E3-87CB-1FFB-C3A6797BD7AC}"/>
                  </a:ext>
                </a:extLst>
              </p:cNvPr>
              <p:cNvSpPr txBox="1"/>
              <p:nvPr/>
            </p:nvSpPr>
            <p:spPr>
              <a:xfrm>
                <a:off x="6413509" y="3571277"/>
                <a:ext cx="332805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/>
                  <a:t>Denominator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007549E-73E3-87CB-1FFB-C3A6797BD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9" y="3571277"/>
                <a:ext cx="3328059" cy="369332"/>
              </a:xfrm>
              <a:prstGeom prst="rect">
                <a:avLst/>
              </a:prstGeom>
              <a:blipFill>
                <a:blip r:embed="rId6"/>
                <a:stretch>
                  <a:fillRect l="-1136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stCxn id="17" idx="1"/>
          </p:cNvCxnSpPr>
          <p:nvPr/>
        </p:nvCxnSpPr>
        <p:spPr>
          <a:xfrm flipH="1" flipV="1">
            <a:off x="4828032" y="3571277"/>
            <a:ext cx="1585477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12567" y="5749631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2567" y="5749631"/>
                <a:ext cx="768479" cy="572721"/>
              </a:xfrm>
              <a:prstGeom prst="rect">
                <a:avLst/>
              </a:prstGeom>
              <a:blipFill>
                <a:blip r:embed="rId7"/>
                <a:stretch>
                  <a:fillRect l="-8197" t="-2174" r="-1639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14600" y="533021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004617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3889093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979A6A-4D72-3612-95F6-A426ADBE2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Modular </a:t>
            </a:r>
            <a:r>
              <a:rPr lang="de-DE" dirty="0" err="1"/>
              <a:t>representation</a:t>
            </a:r>
            <a:endParaRPr lang="de-DE" dirty="0"/>
          </a:p>
          <a:p>
            <a:r>
              <a:rPr lang="de-DE" dirty="0"/>
              <a:t>Series, parallel, </a:t>
            </a:r>
            <a:r>
              <a:rPr lang="de-DE" dirty="0" err="1"/>
              <a:t>feedback</a:t>
            </a:r>
            <a:r>
              <a:rPr lang="de-DE" dirty="0"/>
              <a:t> </a:t>
            </a:r>
            <a:r>
              <a:rPr lang="de-DE" dirty="0" err="1"/>
              <a:t>connections</a:t>
            </a:r>
            <a:endParaRPr lang="de-DE" dirty="0"/>
          </a:p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PT1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  <m: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900</Words>
  <Application>Microsoft Macintosh PowerPoint</Application>
  <PresentationFormat>Breitbild</PresentationFormat>
  <Paragraphs>209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Graphical Interpretation of Transfer Function</vt:lpstr>
      <vt:lpstr>Transfer Function in Polynomial Form</vt:lpstr>
      <vt:lpstr>Block Diagrams</vt:lpstr>
      <vt:lpstr>Frequency Response</vt:lpstr>
      <vt:lpstr>Bode Plots</vt:lpstr>
      <vt:lpstr>Bandwidth</vt:lpstr>
      <vt:lpstr>PT1 with Dead Time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109</cp:revision>
  <dcterms:created xsi:type="dcterms:W3CDTF">2025-01-08T09:27:30Z</dcterms:created>
  <dcterms:modified xsi:type="dcterms:W3CDTF">2026-02-06T16:13:35Z</dcterms:modified>
</cp:coreProperties>
</file>