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65" r:id="rId3"/>
    <p:sldId id="266" r:id="rId4"/>
    <p:sldId id="267" r:id="rId5"/>
    <p:sldId id="293" r:id="rId6"/>
    <p:sldId id="295" r:id="rId7"/>
    <p:sldId id="272" r:id="rId8"/>
    <p:sldId id="296" r:id="rId9"/>
    <p:sldId id="294" r:id="rId10"/>
    <p:sldId id="297" r:id="rId11"/>
    <p:sldId id="299" r:id="rId12"/>
    <p:sldId id="298" r:id="rId13"/>
    <p:sldId id="271" r:id="rId14"/>
    <p:sldId id="270" r:id="rId15"/>
    <p:sldId id="300" r:id="rId16"/>
    <p:sldId id="273" r:id="rId17"/>
    <p:sldId id="301" r:id="rId18"/>
    <p:sldId id="274" r:id="rId19"/>
    <p:sldId id="302" r:id="rId20"/>
    <p:sldId id="275" r:id="rId21"/>
    <p:sldId id="30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20/02/2026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20/02/2026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20/02/2026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20/02/2026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20/02/2026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20/02/2026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241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/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B9FBA90F-DB98-46B0-3BF8-07E81D37F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532" y="4253949"/>
                <a:ext cx="2032031" cy="461665"/>
              </a:xfrm>
              <a:prstGeom prst="rect">
                <a:avLst/>
              </a:prstGeom>
              <a:blipFill>
                <a:blip r:embed="rId3"/>
                <a:stretch>
                  <a:fillRect l="-4348" t="-10811" r="-1863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eschweifte Klammer links 5">
            <a:extLst>
              <a:ext uri="{FF2B5EF4-FFF2-40B4-BE49-F238E27FC236}">
                <a16:creationId xmlns:a16="http://schemas.microsoft.com/office/drawing/2014/main" id="{04F4D8CD-9653-AD6A-8452-E42BCF2DAC17}"/>
              </a:ext>
            </a:extLst>
          </p:cNvPr>
          <p:cNvSpPr/>
          <p:nvPr/>
        </p:nvSpPr>
        <p:spPr>
          <a:xfrm rot="16200000">
            <a:off x="6864378" y="3442503"/>
            <a:ext cx="228600" cy="13942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8292548" y="2782956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/>
          <p:nvPr/>
        </p:nvCxnSpPr>
        <p:spPr>
          <a:xfrm flipH="1">
            <a:off x="7056783" y="3001617"/>
            <a:ext cx="1202634" cy="228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9293999" y="1749141"/>
            <a:ext cx="137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494" y="1825625"/>
            <a:ext cx="6849506" cy="422730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58201" y="1332260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1192</Words>
  <Application>Microsoft Macintosh PowerPoint</Application>
  <PresentationFormat>Breitbild</PresentationFormat>
  <Paragraphs>200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8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Nyquist Formula</vt:lpstr>
      <vt:lpstr>Gain and Phase Margins</vt:lpstr>
      <vt:lpstr>Crossover Frequencies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169</cp:revision>
  <dcterms:created xsi:type="dcterms:W3CDTF">2025-01-08T09:27:30Z</dcterms:created>
  <dcterms:modified xsi:type="dcterms:W3CDTF">2026-02-20T21:28:33Z</dcterms:modified>
</cp:coreProperties>
</file>