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6FDBE5-DC6B-E55D-D642-F4079BD9A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Poles: </a:t>
            </a:r>
            <a:r>
              <a:rPr lang="de-DE" dirty="0" err="1"/>
              <a:t>roots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denominator</a:t>
            </a:r>
            <a:endParaRPr lang="de-DE" dirty="0"/>
          </a:p>
          <a:p>
            <a:r>
              <a:rPr lang="de-DE" dirty="0"/>
              <a:t>Zeros: </a:t>
            </a:r>
            <a:r>
              <a:rPr lang="de-DE" dirty="0" err="1"/>
              <a:t>roots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numerator</a:t>
            </a:r>
            <a:endParaRPr lang="de-DE" dirty="0"/>
          </a:p>
          <a:p>
            <a:r>
              <a:rPr lang="de-DE" dirty="0" err="1"/>
              <a:t>Determine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889E17-A4B9-76AF-5525-2BFA889EB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Transient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BA443-EE2C-C13E-096F-5C05F226A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Real </a:t>
            </a:r>
            <a:r>
              <a:rPr lang="de-DE" dirty="0" err="1"/>
              <a:t>poles</a:t>
            </a:r>
            <a:r>
              <a:rPr lang="de-DE" dirty="0"/>
              <a:t> → </a:t>
            </a:r>
            <a:r>
              <a:rPr lang="de-DE" dirty="0" err="1"/>
              <a:t>exponential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→ </a:t>
            </a:r>
            <a:r>
              <a:rPr lang="de-DE" dirty="0" err="1"/>
              <a:t>oscillations</a:t>
            </a:r>
            <a:endParaRPr lang="de-DE" dirty="0"/>
          </a:p>
          <a:p>
            <a:r>
              <a:rPr lang="de-DE" dirty="0"/>
              <a:t>Pole </a:t>
            </a:r>
            <a:r>
              <a:rPr lang="de-DE" dirty="0" err="1"/>
              <a:t>location</a:t>
            </a:r>
            <a:r>
              <a:rPr lang="de-DE" dirty="0"/>
              <a:t> </a:t>
            </a:r>
            <a:r>
              <a:rPr lang="de-DE" dirty="0" err="1"/>
              <a:t>determines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and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52AD4E-490B-D750-116D-ECF160E1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000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C4C06E-59FD-3088-8E14-3B7D79665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Zeros and System </a:t>
            </a:r>
            <a:r>
              <a:rPr lang="de-DE" dirty="0" err="1"/>
              <a:t>Behavior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CE55A7-A3B8-3043-2947-3314D566E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Shape transient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cause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inverse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Do not </a:t>
            </a:r>
            <a:r>
              <a:rPr lang="de-DE" dirty="0" err="1"/>
              <a:t>determine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alone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06D874-03D9-75B3-E36C-7CB33B4A8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2602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744DD0-77F3-3905-9B5D-BBD656959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Large </a:t>
            </a:r>
            <a:r>
              <a:rPr lang="de-DE" dirty="0" err="1"/>
              <a:t>response</a:t>
            </a:r>
            <a:r>
              <a:rPr lang="de-DE" dirty="0"/>
              <a:t> at </a:t>
            </a:r>
            <a:r>
              <a:rPr lang="de-DE" dirty="0" err="1"/>
              <a:t>certain</a:t>
            </a:r>
            <a:r>
              <a:rPr lang="de-DE" dirty="0"/>
              <a:t> </a:t>
            </a:r>
            <a:r>
              <a:rPr lang="de-DE" dirty="0" err="1"/>
              <a:t>frequencies</a:t>
            </a:r>
            <a:endParaRPr lang="de-DE" dirty="0"/>
          </a:p>
          <a:p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lightly</a:t>
            </a:r>
            <a:r>
              <a:rPr lang="de-DE" dirty="0"/>
              <a:t> </a:t>
            </a:r>
            <a:r>
              <a:rPr lang="de-DE" dirty="0" err="1"/>
              <a:t>damped</a:t>
            </a:r>
            <a:r>
              <a:rPr lang="de-DE" dirty="0"/>
              <a:t> </a:t>
            </a:r>
            <a:r>
              <a:rPr lang="de-DE" dirty="0" err="1"/>
              <a:t>poles</a:t>
            </a:r>
            <a:endParaRPr lang="de-DE" dirty="0"/>
          </a:p>
          <a:p>
            <a:r>
              <a:rPr lang="de-DE" dirty="0" err="1"/>
              <a:t>Important</a:t>
            </a:r>
            <a:r>
              <a:rPr lang="de-DE" dirty="0"/>
              <a:t> in </a:t>
            </a:r>
            <a:r>
              <a:rPr lang="de-DE" dirty="0" err="1"/>
              <a:t>mechanical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Image:</a:t>
            </a:r>
            <a:r>
              <a:rPr lang="de-DE" dirty="0"/>
              <a:t> s-plane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and </a:t>
            </a:r>
            <a:r>
              <a:rPr lang="de-DE" dirty="0" err="1"/>
              <a:t>zeros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real </a:t>
            </a:r>
            <a:r>
              <a:rPr lang="de-DE" dirty="0" err="1"/>
              <a:t>part</a:t>
            </a:r>
            <a:endParaRPr lang="de-DE" dirty="0"/>
          </a:p>
          <a:p>
            <a:r>
              <a:rPr lang="de-DE" dirty="0" err="1"/>
              <a:t>Marginally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on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otherwise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3D7CE1-C65E-F11F-3A4B-8EC03F1E1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inferred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Avoids</a:t>
            </a:r>
            <a:r>
              <a:rPr lang="de-DE" dirty="0"/>
              <a:t> explicit pole </a:t>
            </a:r>
            <a:r>
              <a:rPr lang="de-DE" dirty="0" err="1"/>
              <a:t>calculation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2AFC97-0C0F-D7E6-966D-ED72FE114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Encirclement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critical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Links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stability</a:t>
            </a:r>
            <a:endParaRPr lang="de-DE" dirty="0"/>
          </a:p>
          <a:p>
            <a:r>
              <a:rPr lang="de-DE" dirty="0"/>
              <a:t>Powerful but </a:t>
            </a:r>
            <a:r>
              <a:rPr lang="de-DE" dirty="0" err="1"/>
              <a:t>conceptually</a:t>
            </a:r>
            <a:r>
              <a:rPr lang="de-DE" dirty="0"/>
              <a:t> </a:t>
            </a:r>
            <a:r>
              <a:rPr lang="de-DE" dirty="0" err="1"/>
              <a:t>challenging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1DCEC5-E062-73EC-599B-965A44B5F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instability</a:t>
            </a:r>
            <a:endParaRPr lang="de-DE" dirty="0"/>
          </a:p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indicators</a:t>
            </a:r>
            <a:endParaRPr lang="de-DE" dirty="0"/>
          </a:p>
          <a:p>
            <a:r>
              <a:rPr lang="de-DE" dirty="0"/>
              <a:t>Read </a:t>
            </a:r>
            <a:r>
              <a:rPr lang="de-DE" dirty="0" err="1"/>
              <a:t>directly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Bode </a:t>
            </a:r>
            <a:r>
              <a:rPr lang="de-DE" dirty="0" err="1"/>
              <a:t>plots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</Words>
  <Application>Microsoft Macintosh PowerPoint</Application>
  <PresentationFormat>Breitbild</PresentationFormat>
  <Paragraphs>69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Poles/Zeros &amp; Stability</vt:lpstr>
      <vt:lpstr>Course Schedule</vt:lpstr>
      <vt:lpstr>Poles/Zeros &amp; Stability</vt:lpstr>
      <vt:lpstr>Poles and Zeros</vt:lpstr>
      <vt:lpstr>Poles and Transient Response</vt:lpstr>
      <vt:lpstr>Zeros and System Behavior</vt:lpstr>
      <vt:lpstr>Resonance</vt:lpstr>
      <vt:lpstr>Pole-Zero Diagrams</vt:lpstr>
      <vt:lpstr>Stability of Continuous-Time Systems</vt:lpstr>
      <vt:lpstr>Frequency-Domain Stability</vt:lpstr>
      <vt:lpstr>Nyquist Criterion</vt:lpstr>
      <vt:lpstr>Gain and Phase Margins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49</cp:revision>
  <dcterms:created xsi:type="dcterms:W3CDTF">2025-01-08T09:27:30Z</dcterms:created>
  <dcterms:modified xsi:type="dcterms:W3CDTF">2026-01-29T11:01:53Z</dcterms:modified>
</cp:coreProperties>
</file>