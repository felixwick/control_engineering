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6" r:id="rId2"/>
    <p:sldId id="265" r:id="rId3"/>
    <p:sldId id="266" r:id="rId4"/>
    <p:sldId id="267" r:id="rId5"/>
    <p:sldId id="293" r:id="rId6"/>
    <p:sldId id="295" r:id="rId7"/>
    <p:sldId id="272" r:id="rId8"/>
    <p:sldId id="296" r:id="rId9"/>
    <p:sldId id="294" r:id="rId10"/>
    <p:sldId id="297" r:id="rId11"/>
    <p:sldId id="299" r:id="rId12"/>
    <p:sldId id="298" r:id="rId13"/>
    <p:sldId id="271" r:id="rId14"/>
    <p:sldId id="270" r:id="rId15"/>
    <p:sldId id="300" r:id="rId16"/>
    <p:sldId id="273" r:id="rId17"/>
    <p:sldId id="301" r:id="rId18"/>
    <p:sldId id="274" r:id="rId19"/>
    <p:sldId id="304" r:id="rId20"/>
    <p:sldId id="302" r:id="rId21"/>
    <p:sldId id="275" r:id="rId22"/>
    <p:sldId id="303" r:id="rId23"/>
    <p:sldId id="30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241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/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blipFill>
                <a:blip r:embed="rId3"/>
                <a:stretch>
                  <a:fillRect l="-4348" t="-10811" r="-1863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04F4D8CD-9653-AD6A-8452-E42BCF2DAC17}"/>
              </a:ext>
            </a:extLst>
          </p:cNvPr>
          <p:cNvSpPr/>
          <p:nvPr/>
        </p:nvSpPr>
        <p:spPr>
          <a:xfrm rot="16200000">
            <a:off x="6864378" y="3442503"/>
            <a:ext cx="228600" cy="13942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8292548" y="2782956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/>
          <p:nvPr/>
        </p:nvCxnSpPr>
        <p:spPr>
          <a:xfrm flipH="1">
            <a:off x="7056783" y="3001617"/>
            <a:ext cx="1202634" cy="228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8960895" y="1754945"/>
            <a:ext cx="2042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Stable</a:t>
            </a:r>
            <a:r>
              <a:rPr lang="de-DE" dirty="0"/>
              <a:t> 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A70F2-723A-C281-2565-DB05C7C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CB9ED4-DB62-B4A2-34DC-8783EE69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565" y="0"/>
            <a:ext cx="6834870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8CB6CB6B-7EC6-9ECF-CB71-8A1686A5D7DF}"/>
              </a:ext>
            </a:extLst>
          </p:cNvPr>
          <p:cNvSpPr txBox="1"/>
          <p:nvPr/>
        </p:nvSpPr>
        <p:spPr>
          <a:xfrm>
            <a:off x="1361661" y="4860235"/>
            <a:ext cx="1059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498DE1B-5B06-E90C-F0B8-4F10C8A337DD}"/>
              </a:ext>
            </a:extLst>
          </p:cNvPr>
          <p:cNvCxnSpPr>
            <a:stCxn id="6" idx="3"/>
          </p:cNvCxnSpPr>
          <p:nvPr/>
        </p:nvCxnSpPr>
        <p:spPr>
          <a:xfrm flipV="1">
            <a:off x="2420925" y="4442791"/>
            <a:ext cx="1972171" cy="60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7571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b="1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83" y="1978847"/>
            <a:ext cx="6735417" cy="41568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  <a:blipFill>
                <a:blip r:embed="rId3"/>
                <a:stretch>
                  <a:fillRect l="-2025" t="-2616" r="-2025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68140" y="1541966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7948B-6ED8-7CF1-490A-B18406C6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2A853D-0B20-D918-284F-7BFB156CE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44081"/>
            <a:ext cx="7772400" cy="476983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7647B81-CEBA-DCA7-48F6-FE52BF214224}"/>
              </a:ext>
            </a:extLst>
          </p:cNvPr>
          <p:cNvSpPr txBox="1"/>
          <p:nvPr/>
        </p:nvSpPr>
        <p:spPr>
          <a:xfrm>
            <a:off x="5519079" y="501649"/>
            <a:ext cx="1124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6677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1208</Words>
  <Application>Microsoft Macintosh PowerPoint</Application>
  <PresentationFormat>Breitbild</PresentationFormat>
  <Paragraphs>204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0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PowerPoint-Präsentation</vt:lpstr>
      <vt:lpstr>Nyquist Formula</vt:lpstr>
      <vt:lpstr>Gain and Phase Margins</vt:lpstr>
      <vt:lpstr>Crossover Frequencies</vt:lpstr>
      <vt:lpstr>PowerPoint-Präsentation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171</cp:revision>
  <dcterms:created xsi:type="dcterms:W3CDTF">2025-01-08T09:27:30Z</dcterms:created>
  <dcterms:modified xsi:type="dcterms:W3CDTF">2026-02-21T09:31:13Z</dcterms:modified>
</cp:coreProperties>
</file>