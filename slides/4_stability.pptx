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6FDBE5-DC6B-E55D-D642-F4079BD9A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Poles: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denominator</a:t>
            </a:r>
            <a:endParaRPr lang="de-DE" dirty="0"/>
          </a:p>
          <a:p>
            <a:r>
              <a:rPr lang="de-DE" dirty="0"/>
              <a:t>Zeros: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numerator</a:t>
            </a:r>
            <a:endParaRPr lang="de-DE" dirty="0"/>
          </a:p>
          <a:p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89E17-A4B9-76AF-5525-2BFA889EB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Transient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BA443-EE2C-C13E-096F-5C05F226A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Real </a:t>
            </a:r>
            <a:r>
              <a:rPr lang="de-DE" dirty="0" err="1"/>
              <a:t>poles</a:t>
            </a:r>
            <a:r>
              <a:rPr lang="de-DE" dirty="0"/>
              <a:t> →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→ </a:t>
            </a:r>
            <a:r>
              <a:rPr lang="de-DE" dirty="0" err="1"/>
              <a:t>oscillations</a:t>
            </a: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location</a:t>
            </a:r>
            <a:r>
              <a:rPr lang="de-DE" dirty="0"/>
              <a:t>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52AD4E-490B-D750-116D-ECF160E1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000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4C06E-59FD-3088-8E14-3B7D79665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Zeros and System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CE55A7-A3B8-3043-2947-3314D566E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Shape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cause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Do not </a:t>
            </a:r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alone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06D874-03D9-75B3-E36C-7CB33B4A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260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744DD0-77F3-3905-9B5D-BBD656959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Large </a:t>
            </a:r>
            <a:r>
              <a:rPr lang="de-DE" dirty="0" err="1"/>
              <a:t>response</a:t>
            </a:r>
            <a:r>
              <a:rPr lang="de-DE" dirty="0"/>
              <a:t> at </a:t>
            </a:r>
            <a:r>
              <a:rPr lang="de-DE" dirty="0" err="1"/>
              <a:t>certain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lightly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  <a:p>
            <a:r>
              <a:rPr lang="de-DE" dirty="0" err="1"/>
              <a:t>Important</a:t>
            </a:r>
            <a:r>
              <a:rPr lang="de-DE" dirty="0"/>
              <a:t> in </a:t>
            </a:r>
            <a:r>
              <a:rPr lang="de-DE" dirty="0" err="1"/>
              <a:t>mechanical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s-plane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real </a:t>
            </a:r>
            <a:r>
              <a:rPr lang="de-DE" dirty="0" err="1"/>
              <a:t>part</a:t>
            </a:r>
            <a:endParaRPr lang="de-DE" dirty="0"/>
          </a:p>
          <a:p>
            <a:r>
              <a:rPr lang="de-DE" dirty="0" err="1"/>
              <a:t>Marginally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on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otherwise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3D7CE1-C65E-F11F-3A4B-8EC03F1E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Avoids</a:t>
            </a:r>
            <a:r>
              <a:rPr lang="de-DE" dirty="0"/>
              <a:t> explicit pole </a:t>
            </a:r>
            <a:r>
              <a:rPr lang="de-DE" dirty="0" err="1"/>
              <a:t>calculation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</Words>
  <Application>Microsoft Macintosh PowerPoint</Application>
  <PresentationFormat>Breitbild</PresentationFormat>
  <Paragraphs>69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Poles/Zeros &amp; Stability</vt:lpstr>
      <vt:lpstr>Course Schedule</vt:lpstr>
      <vt:lpstr>Poles/Zeros &amp; Stability</vt:lpstr>
      <vt:lpstr>Poles and Zeros</vt:lpstr>
      <vt:lpstr>Poles and Transient Response</vt:lpstr>
      <vt:lpstr>Zeros and System Behavior</vt:lpstr>
      <vt:lpstr>Resonance</vt:lpstr>
      <vt:lpstr>Pole-Zero Diagrams</vt:lpstr>
      <vt:lpstr>Stability of Continuous-Time Systems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2026-01-24T13:13:10Z</dcterms:modified>
</cp:coreProperties>
</file>