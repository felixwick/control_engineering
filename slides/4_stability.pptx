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65" r:id="rId3"/>
    <p:sldId id="266" r:id="rId4"/>
    <p:sldId id="267" r:id="rId5"/>
    <p:sldId id="293" r:id="rId6"/>
    <p:sldId id="295" r:id="rId7"/>
    <p:sldId id="272" r:id="rId8"/>
    <p:sldId id="296" r:id="rId9"/>
    <p:sldId id="294" r:id="rId10"/>
    <p:sldId id="297" r:id="rId11"/>
    <p:sldId id="299" r:id="rId12"/>
    <p:sldId id="298" r:id="rId13"/>
    <p:sldId id="271" r:id="rId14"/>
    <p:sldId id="270" r:id="rId15"/>
    <p:sldId id="300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real </a:t>
            </a:r>
            <a:r>
              <a:rPr lang="de-DE" dirty="0" err="1"/>
              <a:t>part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Marginally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on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otherwise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3D7CE1-C65E-F11F-3A4B-8EC03F1E1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inferred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Avoids</a:t>
            </a:r>
            <a:r>
              <a:rPr lang="de-DE" dirty="0"/>
              <a:t> explicit pole </a:t>
            </a:r>
            <a:r>
              <a:rPr lang="de-DE" dirty="0" err="1"/>
              <a:t>calculation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2AFC97-0C0F-D7E6-966D-ED72FE114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Encirclement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Links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Powerful but </a:t>
            </a:r>
            <a:r>
              <a:rPr lang="de-DE" dirty="0" err="1"/>
              <a:t>conceptually</a:t>
            </a:r>
            <a:r>
              <a:rPr lang="de-DE" dirty="0"/>
              <a:t> </a:t>
            </a:r>
            <a:r>
              <a:rPr lang="de-DE" dirty="0" err="1"/>
              <a:t>challenging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DCEC5-E062-73EC-599B-965A44B5F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r>
              <a:rPr lang="de-DE" dirty="0"/>
              <a:t>Read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Bode </a:t>
            </a:r>
            <a:r>
              <a:rPr lang="de-DE" dirty="0" err="1"/>
              <a:t>plots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709</Words>
  <Application>Microsoft Macintosh PowerPoint</Application>
  <PresentationFormat>Breitbild</PresentationFormat>
  <Paragraphs>140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5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Nyquist Criterion</vt:lpstr>
      <vt:lpstr>Gain and Phase Margins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119</cp:revision>
  <dcterms:created xsi:type="dcterms:W3CDTF">2025-01-08T09:27:30Z</dcterms:created>
  <dcterms:modified xsi:type="dcterms:W3CDTF">2026-02-17T16:17:51Z</dcterms:modified>
</cp:coreProperties>
</file>