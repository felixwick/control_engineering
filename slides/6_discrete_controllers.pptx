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3"/>
  </p:notesMasterIdLst>
  <p:sldIdLst>
    <p:sldId id="256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491"/>
    <p:restoredTop sz="95028" autoAdjust="0"/>
  </p:normalViewPr>
  <p:slideViewPr>
    <p:cSldViewPr snapToGrid="0">
      <p:cViewPr varScale="1">
        <p:scale>
          <a:sx n="80" d="100"/>
          <a:sy n="80" d="100"/>
        </p:scale>
        <p:origin x="208" y="15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24/01/2026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24/01/2026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24/01/2026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24/01/2026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Discrete</a:t>
            </a:r>
            <a:r>
              <a:rPr lang="de-DE" dirty="0"/>
              <a:t>-time Controllers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Systems, </a:t>
            </a:r>
            <a:r>
              <a:rPr lang="de-DE" dirty="0" err="1"/>
              <a:t>Processes</a:t>
            </a:r>
            <a:r>
              <a:rPr lang="de-DE" dirty="0"/>
              <a:t>,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Discrete</a:t>
            </a:r>
            <a:r>
              <a:rPr lang="de-DE" dirty="0"/>
              <a:t>-time Controllers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Digital </a:t>
            </a:r>
            <a:r>
              <a:rPr lang="de-DE" dirty="0" err="1"/>
              <a:t>controllers</a:t>
            </a:r>
            <a:endParaRPr lang="de-DE" dirty="0"/>
          </a:p>
          <a:p>
            <a:r>
              <a:rPr lang="de-DE" dirty="0"/>
              <a:t>Sampling &amp; Zero-Order Hold</a:t>
            </a:r>
          </a:p>
          <a:p>
            <a:r>
              <a:rPr lang="de-DE" dirty="0" err="1"/>
              <a:t>z</a:t>
            </a:r>
            <a:r>
              <a:rPr lang="de-DE" dirty="0"/>
              <a:t>-transfer </a:t>
            </a:r>
            <a:r>
              <a:rPr lang="de-DE" dirty="0" err="1"/>
              <a:t>functions</a:t>
            </a:r>
            <a:endParaRPr lang="de-DE" dirty="0"/>
          </a:p>
          <a:p>
            <a:r>
              <a:rPr lang="de-DE" dirty="0"/>
              <a:t>Euler &amp; </a:t>
            </a:r>
            <a:r>
              <a:rPr lang="de-DE" dirty="0" err="1"/>
              <a:t>Tustin</a:t>
            </a:r>
            <a:r>
              <a:rPr lang="de-DE" dirty="0"/>
              <a:t> </a:t>
            </a:r>
            <a:r>
              <a:rPr lang="de-DE" dirty="0" err="1"/>
              <a:t>discretization</a:t>
            </a:r>
            <a:r>
              <a:rPr lang="de-DE" dirty="0"/>
              <a:t> </a:t>
            </a:r>
            <a:r>
              <a:rPr lang="de-DE" dirty="0" err="1"/>
              <a:t>methods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B815CB-9B3A-95F8-AEEF-789EBD9B8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Digital Control?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0B1ED3-1DF7-9213-36EE-664A9A2E28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Controllers </a:t>
            </a:r>
            <a:r>
              <a:rPr lang="de-DE" dirty="0" err="1"/>
              <a:t>implemented</a:t>
            </a:r>
            <a:r>
              <a:rPr lang="de-DE" dirty="0"/>
              <a:t> on </a:t>
            </a:r>
            <a:r>
              <a:rPr lang="de-DE" dirty="0" err="1"/>
              <a:t>microcontrollers</a:t>
            </a:r>
            <a:endParaRPr lang="de-DE" dirty="0"/>
          </a:p>
          <a:p>
            <a:r>
              <a:rPr lang="de-DE" dirty="0" err="1"/>
              <a:t>Flexibility</a:t>
            </a:r>
            <a:r>
              <a:rPr lang="de-DE" dirty="0"/>
              <a:t> and </a:t>
            </a:r>
            <a:r>
              <a:rPr lang="de-DE" dirty="0" err="1"/>
              <a:t>programmability</a:t>
            </a:r>
            <a:endParaRPr lang="de-DE" dirty="0"/>
          </a:p>
          <a:p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efficiency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E5F975-800C-923F-C0D1-904DD82BC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08549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5483B4-2097-BA9C-BEEC-5D77C96D8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Sampling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3660A92-BBD5-B430-333F-20D223BE66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Signals </a:t>
            </a:r>
            <a:r>
              <a:rPr lang="de-DE" dirty="0" err="1"/>
              <a:t>measured</a:t>
            </a:r>
            <a:r>
              <a:rPr lang="de-DE" dirty="0"/>
              <a:t> at </a:t>
            </a:r>
            <a:r>
              <a:rPr lang="de-DE" dirty="0" err="1"/>
              <a:t>discrete</a:t>
            </a:r>
            <a:r>
              <a:rPr lang="de-DE" dirty="0"/>
              <a:t> </a:t>
            </a:r>
            <a:r>
              <a:rPr lang="de-DE" dirty="0" err="1"/>
              <a:t>times</a:t>
            </a:r>
            <a:endParaRPr lang="de-DE" dirty="0"/>
          </a:p>
          <a:p>
            <a:r>
              <a:rPr lang="de-DE" dirty="0"/>
              <a:t>Sampling </a:t>
            </a:r>
            <a:r>
              <a:rPr lang="de-DE" dirty="0" err="1"/>
              <a:t>period</a:t>
            </a:r>
            <a:r>
              <a:rPr lang="de-DE" dirty="0"/>
              <a:t> </a:t>
            </a:r>
            <a:r>
              <a:rPr lang="de-DE" dirty="0" err="1"/>
              <a:t>selection</a:t>
            </a:r>
            <a:r>
              <a:rPr lang="de-DE" dirty="0"/>
              <a:t> </a:t>
            </a:r>
            <a:r>
              <a:rPr lang="de-DE" dirty="0" err="1"/>
              <a:t>critical</a:t>
            </a:r>
            <a:endParaRPr lang="de-DE" dirty="0"/>
          </a:p>
          <a:p>
            <a:r>
              <a:rPr lang="de-DE" dirty="0"/>
              <a:t>Aliasing </a:t>
            </a:r>
            <a:r>
              <a:rPr lang="de-DE" dirty="0" err="1"/>
              <a:t>effects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DDAB374-386D-E2FC-9168-D2BABD3E0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45247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41EB34-91F7-7AA8-187C-D2604A348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Zero-Order Hold (ZOH)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9E8EFF3-CC02-00AB-EB73-26424F6867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Holds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constant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samples</a:t>
            </a:r>
            <a:endParaRPr lang="de-DE" dirty="0"/>
          </a:p>
          <a:p>
            <a:r>
              <a:rPr lang="de-DE" dirty="0"/>
              <a:t>Models DAC </a:t>
            </a:r>
            <a:r>
              <a:rPr lang="de-DE" dirty="0" err="1"/>
              <a:t>behavior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466D5C-63DE-4B7F-96EA-005E8F82C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809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6F255E-618D-CA17-829B-000D81D53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Discrete</a:t>
            </a:r>
            <a:r>
              <a:rPr lang="de-DE" dirty="0"/>
              <a:t>-Time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CC130B-0057-3C1F-67EB-B0AD2D7FC4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Difference</a:t>
            </a:r>
            <a:r>
              <a:rPr lang="de-DE" dirty="0"/>
              <a:t> </a:t>
            </a:r>
            <a:r>
              <a:rPr lang="de-DE" dirty="0" err="1"/>
              <a:t>equations</a:t>
            </a:r>
            <a:endParaRPr lang="de-DE" dirty="0"/>
          </a:p>
          <a:p>
            <a:r>
              <a:rPr lang="de-DE" dirty="0" err="1"/>
              <a:t>z-transform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1B184AA-C3CB-0E1F-B2FE-ED94AE479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803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2E2459-DBE8-2A75-5BAE-0EE350A31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z</a:t>
            </a:r>
            <a:r>
              <a:rPr lang="de-DE" dirty="0"/>
              <a:t>-Transfer </a:t>
            </a:r>
            <a:r>
              <a:rPr lang="de-DE" dirty="0" err="1"/>
              <a:t>Functions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94E6248-1BA1-3AB3-8452-0EB5FBF61D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Discrete</a:t>
            </a:r>
            <a:r>
              <a:rPr lang="de-DE" dirty="0"/>
              <a:t> </a:t>
            </a:r>
            <a:r>
              <a:rPr lang="de-DE" dirty="0" err="1"/>
              <a:t>equivalent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Laplace </a:t>
            </a:r>
            <a:r>
              <a:rPr lang="de-DE" dirty="0" err="1"/>
              <a:t>transfer</a:t>
            </a:r>
            <a:r>
              <a:rPr lang="de-DE" dirty="0"/>
              <a:t> </a:t>
            </a:r>
            <a:r>
              <a:rPr lang="de-DE" dirty="0" err="1"/>
              <a:t>functions</a:t>
            </a:r>
            <a:endParaRPr lang="de-DE" dirty="0"/>
          </a:p>
          <a:p>
            <a:r>
              <a:rPr lang="de-DE" dirty="0"/>
              <a:t>Poles </a:t>
            </a:r>
            <a:r>
              <a:rPr lang="de-DE" dirty="0" err="1"/>
              <a:t>inside</a:t>
            </a:r>
            <a:r>
              <a:rPr lang="de-DE" dirty="0"/>
              <a:t> </a:t>
            </a:r>
            <a:r>
              <a:rPr lang="de-DE" dirty="0" err="1"/>
              <a:t>unit</a:t>
            </a:r>
            <a:r>
              <a:rPr lang="de-DE" dirty="0"/>
              <a:t> </a:t>
            </a:r>
            <a:r>
              <a:rPr lang="de-DE" dirty="0" err="1"/>
              <a:t>circle</a:t>
            </a:r>
            <a:r>
              <a:rPr lang="de-DE" dirty="0"/>
              <a:t> →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2515CCA-631A-F11D-97BE-34BE6B328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1263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A7F8DE-CF5F-2F1E-0945-3168CB437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Euler </a:t>
            </a:r>
            <a:r>
              <a:rPr lang="de-DE" dirty="0" err="1"/>
              <a:t>Discretization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10AC651-4ADB-CB27-8745-B7F22B02E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Simple </a:t>
            </a:r>
            <a:r>
              <a:rPr lang="de-DE" dirty="0" err="1"/>
              <a:t>numerical</a:t>
            </a:r>
            <a:r>
              <a:rPr lang="de-DE" dirty="0"/>
              <a:t> </a:t>
            </a:r>
            <a:r>
              <a:rPr lang="de-DE" dirty="0" err="1"/>
              <a:t>approximation</a:t>
            </a:r>
            <a:endParaRPr lang="de-DE" dirty="0"/>
          </a:p>
          <a:p>
            <a:r>
              <a:rPr lang="de-DE" dirty="0"/>
              <a:t>Can </a:t>
            </a:r>
            <a:r>
              <a:rPr lang="de-DE" dirty="0" err="1"/>
              <a:t>distort</a:t>
            </a:r>
            <a:r>
              <a:rPr lang="de-DE" dirty="0"/>
              <a:t> </a:t>
            </a:r>
            <a:r>
              <a:rPr lang="de-DE" dirty="0" err="1"/>
              <a:t>dynamics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B7BC145-6539-93D9-C74D-D8A3C1EEA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05977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FFFBB7-5493-01B1-DF7E-930B30993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Tustin</a:t>
            </a:r>
            <a:r>
              <a:rPr lang="de-DE" dirty="0"/>
              <a:t> </a:t>
            </a:r>
            <a:r>
              <a:rPr lang="de-DE" dirty="0" err="1"/>
              <a:t>Discretization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BDC2B80-65D3-5892-4CF0-DAC832DAC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Bilinear </a:t>
            </a:r>
            <a:r>
              <a:rPr lang="de-DE" dirty="0" err="1"/>
              <a:t>transformation</a:t>
            </a:r>
            <a:endParaRPr lang="de-DE" dirty="0"/>
          </a:p>
          <a:p>
            <a:r>
              <a:rPr lang="de-DE" dirty="0" err="1"/>
              <a:t>Preserves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characteristics</a:t>
            </a:r>
            <a:r>
              <a:rPr lang="de-DE" dirty="0"/>
              <a:t> </a:t>
            </a:r>
            <a:r>
              <a:rPr lang="de-DE" dirty="0" err="1"/>
              <a:t>better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6D5E52C-843C-475B-4446-7DFD4F8F7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97818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7BFA6C-0A38-374F-945C-AC6224925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Implementation </a:t>
            </a:r>
            <a:r>
              <a:rPr lang="de-DE" dirty="0" err="1"/>
              <a:t>Issues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528764C-E616-37B1-6C5F-EC8409FD45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Quantization</a:t>
            </a:r>
            <a:endParaRPr lang="de-DE" dirty="0"/>
          </a:p>
          <a:p>
            <a:r>
              <a:rPr lang="de-DE" dirty="0" err="1"/>
              <a:t>Computation</a:t>
            </a:r>
            <a:r>
              <a:rPr lang="de-DE" dirty="0"/>
              <a:t> </a:t>
            </a:r>
            <a:r>
              <a:rPr lang="de-DE" dirty="0" err="1"/>
              <a:t>delay</a:t>
            </a:r>
            <a:endParaRPr lang="de-DE" dirty="0"/>
          </a:p>
          <a:p>
            <a:r>
              <a:rPr lang="de-DE" dirty="0" err="1"/>
              <a:t>Numerical</a:t>
            </a:r>
            <a:r>
              <a:rPr lang="de-DE" dirty="0"/>
              <a:t> </a:t>
            </a:r>
            <a:r>
              <a:rPr lang="de-DE" dirty="0" err="1"/>
              <a:t>precision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66F0F8-6AC5-36AB-811E-3A7AD0150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74161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136</Words>
  <Application>Microsoft Macintosh PowerPoint</Application>
  <PresentationFormat>Breitbild</PresentationFormat>
  <Paragraphs>59</Paragraphs>
  <Slides>11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Discrete-time Controllers</vt:lpstr>
      <vt:lpstr>Course Schedule</vt:lpstr>
      <vt:lpstr>Discrete-time Controllers</vt:lpstr>
      <vt:lpstr>Why Digital Control?</vt:lpstr>
      <vt:lpstr>Sampling</vt:lpstr>
      <vt:lpstr>Zero-Order Hold (ZOH)</vt:lpstr>
      <vt:lpstr>Discrete-Time Models</vt:lpstr>
      <vt:lpstr>z-Transfer Functions</vt:lpstr>
      <vt:lpstr>Euler Discretization</vt:lpstr>
      <vt:lpstr>Tustin Discretization</vt:lpstr>
      <vt:lpstr>Implementation Issues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45</cp:revision>
  <dcterms:created xsi:type="dcterms:W3CDTF">2025-01-08T09:27:30Z</dcterms:created>
  <dcterms:modified xsi:type="dcterms:W3CDTF">2026-01-24T13:24:07Z</dcterms:modified>
</cp:coreProperties>
</file>