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changesInfos/changesInfo1.xml" ContentType="application/vnd.ms-powerpoint.changesinfo+xml"/>
  <Override PartName="/ppt/revisionInfo.xml" ContentType="application/vnd.ms-powerpoint.revision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13"/>
  </p:notesMasterIdLst>
  <p:sldIdLst>
    <p:sldId id="256" r:id="rId2"/>
    <p:sldId id="265" r:id="rId3"/>
    <p:sldId id="266" r:id="rId4"/>
    <p:sldId id="267" r:id="rId5"/>
    <p:sldId id="268" r:id="rId6"/>
    <p:sldId id="269" r:id="rId7"/>
    <p:sldId id="270" r:id="rId8"/>
    <p:sldId id="271" r:id="rId9"/>
    <p:sldId id="272" r:id="rId10"/>
    <p:sldId id="273" r:id="rId11"/>
    <p:sldId id="274" r:id="rId12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64F59F2E-701A-4175-A64C-D0A9AC6FD62F}" v="178" dt="2025-03-13T14:52:19.337"/>
  </p1510:revLst>
</p1510:revInfo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23511"/>
    <p:restoredTop sz="95028" autoAdjust="0"/>
  </p:normalViewPr>
  <p:slideViewPr>
    <p:cSldViewPr snapToGrid="0">
      <p:cViewPr varScale="1">
        <p:scale>
          <a:sx n="67" d="100"/>
          <a:sy n="67" d="100"/>
        </p:scale>
        <p:origin x="184" y="1840"/>
      </p:cViewPr>
      <p:guideLst>
        <p:guide orient="horz" pos="2160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notesMaster" Target="notesMasters/notesMaster1.xml"/><Relationship Id="rId18" Type="http://schemas.microsoft.com/office/2016/11/relationships/changesInfo" Target="changesInfos/changesInfo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19" Type="http://schemas.microsoft.com/office/2015/10/relationships/revisionInfo" Target="revisionInfo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Wick, Felix" userId="85efb633-acf6-425d-a271-4f136bfa2fb0" providerId="ADAL" clId="{64F59F2E-701A-4175-A64C-D0A9AC6FD62F}"/>
    <pc:docChg chg="undo redo custSel addSld delSld modSld sldOrd">
      <pc:chgData name="Wick, Felix" userId="85efb633-acf6-425d-a271-4f136bfa2fb0" providerId="ADAL" clId="{64F59F2E-701A-4175-A64C-D0A9AC6FD62F}" dt="2025-03-18T21:58:08.602" v="7865" actId="20577"/>
      <pc:docMkLst>
        <pc:docMk/>
      </pc:docMkLst>
      <pc:sldChg chg="modSp mod">
        <pc:chgData name="Wick, Felix" userId="85efb633-acf6-425d-a271-4f136bfa2fb0" providerId="ADAL" clId="{64F59F2E-701A-4175-A64C-D0A9AC6FD62F}" dt="2025-01-11T15:55:30.554" v="12" actId="20577"/>
        <pc:sldMkLst>
          <pc:docMk/>
          <pc:sldMk cId="2303947443" sldId="256"/>
        </pc:sldMkLst>
        <pc:spChg chg="mod">
          <ac:chgData name="Wick, Felix" userId="85efb633-acf6-425d-a271-4f136bfa2fb0" providerId="ADAL" clId="{64F59F2E-701A-4175-A64C-D0A9AC6FD62F}" dt="2025-01-11T15:55:30.554" v="12" actId="20577"/>
          <ac:spMkLst>
            <pc:docMk/>
            <pc:sldMk cId="2303947443" sldId="256"/>
            <ac:spMk id="2" creationId="{F698641C-BAC0-4155-84D5-F4B73D88F27B}"/>
          </ac:spMkLst>
        </pc:spChg>
      </pc:sldChg>
      <pc:sldChg chg="delSp modSp del mod">
        <pc:chgData name="Wick, Felix" userId="85efb633-acf6-425d-a271-4f136bfa2fb0" providerId="ADAL" clId="{64F59F2E-701A-4175-A64C-D0A9AC6FD62F}" dt="2025-01-11T15:59:29.377" v="288" actId="47"/>
        <pc:sldMkLst>
          <pc:docMk/>
          <pc:sldMk cId="532403847" sldId="258"/>
        </pc:sldMkLst>
      </pc:sldChg>
      <pc:sldChg chg="modSp mod">
        <pc:chgData name="Wick, Felix" userId="85efb633-acf6-425d-a271-4f136bfa2fb0" providerId="ADAL" clId="{64F59F2E-701A-4175-A64C-D0A9AC6FD62F}" dt="2025-02-25T14:39:28.114" v="4429" actId="20577"/>
        <pc:sldMkLst>
          <pc:docMk/>
          <pc:sldMk cId="3227613796" sldId="259"/>
        </pc:sldMkLst>
        <pc:spChg chg="mod">
          <ac:chgData name="Wick, Felix" userId="85efb633-acf6-425d-a271-4f136bfa2fb0" providerId="ADAL" clId="{64F59F2E-701A-4175-A64C-D0A9AC6FD62F}" dt="2025-02-25T14:39:28.114" v="4429" actId="20577"/>
          <ac:spMkLst>
            <pc:docMk/>
            <pc:sldMk cId="3227613796" sldId="259"/>
            <ac:spMk id="2" creationId="{D19A2E5C-5FD4-F085-4DAA-7404FBAAA90F}"/>
          </ac:spMkLst>
        </pc:spChg>
      </pc:sldChg>
      <pc:sldChg chg="modSp del mod">
        <pc:chgData name="Wick, Felix" userId="85efb633-acf6-425d-a271-4f136bfa2fb0" providerId="ADAL" clId="{64F59F2E-701A-4175-A64C-D0A9AC6FD62F}" dt="2025-02-27T21:48:52.912" v="4719" actId="47"/>
        <pc:sldMkLst>
          <pc:docMk/>
          <pc:sldMk cId="2989276016" sldId="260"/>
        </pc:sldMkLst>
      </pc:sldChg>
      <pc:sldChg chg="modSp del mod">
        <pc:chgData name="Wick, Felix" userId="85efb633-acf6-425d-a271-4f136bfa2fb0" providerId="ADAL" clId="{64F59F2E-701A-4175-A64C-D0A9AC6FD62F}" dt="2025-02-27T21:49:44.119" v="4720" actId="47"/>
        <pc:sldMkLst>
          <pc:docMk/>
          <pc:sldMk cId="3084296972" sldId="261"/>
        </pc:sldMkLst>
      </pc:sldChg>
      <pc:sldChg chg="addSp delSp modSp del mod">
        <pc:chgData name="Wick, Felix" userId="85efb633-acf6-425d-a271-4f136bfa2fb0" providerId="ADAL" clId="{64F59F2E-701A-4175-A64C-D0A9AC6FD62F}" dt="2025-02-27T22:12:12.283" v="4774" actId="47"/>
        <pc:sldMkLst>
          <pc:docMk/>
          <pc:sldMk cId="3879865430" sldId="263"/>
        </pc:sldMkLst>
      </pc:sldChg>
      <pc:sldChg chg="del">
        <pc:chgData name="Wick, Felix" userId="85efb633-acf6-425d-a271-4f136bfa2fb0" providerId="ADAL" clId="{64F59F2E-701A-4175-A64C-D0A9AC6FD62F}" dt="2025-01-13T13:58:11.553" v="705" actId="47"/>
        <pc:sldMkLst>
          <pc:docMk/>
          <pc:sldMk cId="1504602858" sldId="264"/>
        </pc:sldMkLst>
      </pc:sldChg>
      <pc:sldChg chg="addSp delSp modSp new mod ord modClrScheme chgLayout">
        <pc:chgData name="Wick, Felix" userId="85efb633-acf6-425d-a271-4f136bfa2fb0" providerId="ADAL" clId="{64F59F2E-701A-4175-A64C-D0A9AC6FD62F}" dt="2025-03-18T21:58:08.602" v="7865" actId="20577"/>
        <pc:sldMkLst>
          <pc:docMk/>
          <pc:sldMk cId="310336692" sldId="265"/>
        </pc:sldMkLst>
        <pc:spChg chg="add mod ord">
          <ac:chgData name="Wick, Felix" userId="85efb633-acf6-425d-a271-4f136bfa2fb0" providerId="ADAL" clId="{64F59F2E-701A-4175-A64C-D0A9AC6FD62F}" dt="2025-03-13T14:46:43.032" v="7444" actId="20577"/>
          <ac:spMkLst>
            <pc:docMk/>
            <pc:sldMk cId="310336692" sldId="265"/>
            <ac:spMk id="2" creationId="{9E6F3DDA-AA1C-74F2-B6BC-5D82FAA8ECEA}"/>
          </ac:spMkLst>
        </pc:spChg>
        <pc:spChg chg="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3" creationId="{A0664D44-83AC-6A7A-17E0-C1AE2ED18FF5}"/>
          </ac:spMkLst>
        </pc:spChg>
        <pc:spChg chg="add mod ord">
          <ac:chgData name="Wick, Felix" userId="85efb633-acf6-425d-a271-4f136bfa2fb0" providerId="ADAL" clId="{64F59F2E-701A-4175-A64C-D0A9AC6FD62F}" dt="2025-03-01T21:02:42.586" v="5242" actId="700"/>
          <ac:spMkLst>
            <pc:docMk/>
            <pc:sldMk cId="310336692" sldId="265"/>
            <ac:spMk id="4" creationId="{080AD447-446B-E09E-6F4A-522C1DBB462E}"/>
          </ac:spMkLst>
        </pc:spChg>
        <pc:spChg chg="add mod ord">
          <ac:chgData name="Wick, Felix" userId="85efb633-acf6-425d-a271-4f136bfa2fb0" providerId="ADAL" clId="{64F59F2E-701A-4175-A64C-D0A9AC6FD62F}" dt="2025-03-18T21:58:08.602" v="7865" actId="20577"/>
          <ac:spMkLst>
            <pc:docMk/>
            <pc:sldMk cId="310336692" sldId="265"/>
            <ac:spMk id="5" creationId="{36CB8FEE-6184-4A56-893A-894FD7378451}"/>
          </ac:spMkLst>
        </pc:spChg>
      </pc:sldChg>
      <pc:sldChg chg="addSp modSp mod modClrScheme chgLayout">
        <pc:chgData name="Wick, Felix" userId="85efb633-acf6-425d-a271-4f136bfa2fb0" providerId="ADAL" clId="{64F59F2E-701A-4175-A64C-D0A9AC6FD62F}" dt="2025-03-02T20:22:55.225" v="7118" actId="113"/>
        <pc:sldMkLst>
          <pc:docMk/>
          <pc:sldMk cId="3544795835" sldId="270"/>
        </pc:sldMkLst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2" creationId="{5CFF9571-C6ED-CFC8-29FD-1B24BD4B2A10}"/>
          </ac:spMkLst>
        </pc:spChg>
        <pc:spChg chg="mod ord">
          <ac:chgData name="Wick, Felix" userId="85efb633-acf6-425d-a271-4f136bfa2fb0" providerId="ADAL" clId="{64F59F2E-701A-4175-A64C-D0A9AC6FD62F}" dt="2025-03-02T20:22:52.794" v="7117" actId="113"/>
          <ac:spMkLst>
            <pc:docMk/>
            <pc:sldMk cId="3544795835" sldId="270"/>
            <ac:spMk id="3" creationId="{33BBB58C-563A-AD3B-2A93-23C918781FCA}"/>
          </ac:spMkLst>
        </pc:spChg>
        <pc:spChg chg="mod ord">
          <ac:chgData name="Wick, Felix" userId="85efb633-acf6-425d-a271-4f136bfa2fb0" providerId="ADAL" clId="{64F59F2E-701A-4175-A64C-D0A9AC6FD62F}" dt="2025-03-02T20:18:52.071" v="7037" actId="700"/>
          <ac:spMkLst>
            <pc:docMk/>
            <pc:sldMk cId="3544795835" sldId="270"/>
            <ac:spMk id="4" creationId="{575B97E4-48D3-5CA3-B6B2-3BC5DD71690F}"/>
          </ac:spMkLst>
        </pc:spChg>
        <pc:spChg chg="add mod">
          <ac:chgData name="Wick, Felix" userId="85efb633-acf6-425d-a271-4f136bfa2fb0" providerId="ADAL" clId="{64F59F2E-701A-4175-A64C-D0A9AC6FD62F}" dt="2025-03-02T20:20:47.149" v="7107" actId="1076"/>
          <ac:spMkLst>
            <pc:docMk/>
            <pc:sldMk cId="3544795835" sldId="270"/>
            <ac:spMk id="7" creationId="{DF8A9556-CB38-5619-CC52-7BD00B11B476}"/>
          </ac:spMkLst>
        </pc:spChg>
        <pc:spChg chg="add mod">
          <ac:chgData name="Wick, Felix" userId="85efb633-acf6-425d-a271-4f136bfa2fb0" providerId="ADAL" clId="{64F59F2E-701A-4175-A64C-D0A9AC6FD62F}" dt="2025-03-02T20:21:04.393" v="7109" actId="1076"/>
          <ac:spMkLst>
            <pc:docMk/>
            <pc:sldMk cId="3544795835" sldId="270"/>
            <ac:spMk id="8" creationId="{06772F38-26BF-8A94-8631-751A406D153E}"/>
          </ac:spMkLst>
        </pc:spChg>
        <pc:spChg chg="add mod ord">
          <ac:chgData name="Wick, Felix" userId="85efb633-acf6-425d-a271-4f136bfa2fb0" providerId="ADAL" clId="{64F59F2E-701A-4175-A64C-D0A9AC6FD62F}" dt="2025-03-02T20:22:55.225" v="7118" actId="113"/>
          <ac:spMkLst>
            <pc:docMk/>
            <pc:sldMk cId="3544795835" sldId="270"/>
            <ac:spMk id="10" creationId="{CD7DF3A1-48C2-8A99-A46A-DED1F4ED5BA1}"/>
          </ac:spMkLst>
        </pc:spChg>
        <pc:picChg chg="mod">
          <ac:chgData name="Wick, Felix" userId="85efb633-acf6-425d-a271-4f136bfa2fb0" providerId="ADAL" clId="{64F59F2E-701A-4175-A64C-D0A9AC6FD62F}" dt="2025-03-02T20:20:47.149" v="7107" actId="1076"/>
          <ac:picMkLst>
            <pc:docMk/>
            <pc:sldMk cId="3544795835" sldId="270"/>
            <ac:picMk id="5" creationId="{FD58764D-2B67-728C-787A-C6B642EBCFD8}"/>
          </ac:picMkLst>
        </pc:picChg>
        <pc:picChg chg="mod">
          <ac:chgData name="Wick, Felix" userId="85efb633-acf6-425d-a271-4f136bfa2fb0" providerId="ADAL" clId="{64F59F2E-701A-4175-A64C-D0A9AC6FD62F}" dt="2025-03-02T20:22:40.037" v="7114" actId="1076"/>
          <ac:picMkLst>
            <pc:docMk/>
            <pc:sldMk cId="3544795835" sldId="270"/>
            <ac:picMk id="6" creationId="{9C0D363E-EF7C-EEF1-BD05-D7980098DD5A}"/>
          </ac:picMkLst>
        </pc:picChg>
        <pc:picChg chg="add mod">
          <ac:chgData name="Wick, Felix" userId="85efb633-acf6-425d-a271-4f136bfa2fb0" providerId="ADAL" clId="{64F59F2E-701A-4175-A64C-D0A9AC6FD62F}" dt="2025-03-02T20:21:04.393" v="7109" actId="1076"/>
          <ac:picMkLst>
            <pc:docMk/>
            <pc:sldMk cId="3544795835" sldId="270"/>
            <ac:picMk id="1028" creationId="{D6FB989F-F436-74B9-405A-7294609108C0}"/>
          </ac:picMkLst>
        </pc:picChg>
        <pc:picChg chg="add mod">
          <ac:chgData name="Wick, Felix" userId="85efb633-acf6-425d-a271-4f136bfa2fb0" providerId="ADAL" clId="{64F59F2E-701A-4175-A64C-D0A9AC6FD62F}" dt="2025-03-02T20:22:47.567" v="7116" actId="1076"/>
          <ac:picMkLst>
            <pc:docMk/>
            <pc:sldMk cId="3544795835" sldId="270"/>
            <ac:picMk id="1030" creationId="{78D57E94-E485-4288-6FCE-568DF7CFD6AF}"/>
          </ac:picMkLst>
        </pc:picChg>
      </pc:sldChg>
      <pc:sldChg chg="modSp mod">
        <pc:chgData name="Wick, Felix" userId="85efb633-acf6-425d-a271-4f136bfa2fb0" providerId="ADAL" clId="{64F59F2E-701A-4175-A64C-D0A9AC6FD62F}" dt="2025-01-28T11:27:42.599" v="1289" actId="20577"/>
        <pc:sldMkLst>
          <pc:docMk/>
          <pc:sldMk cId="793683279" sldId="272"/>
        </pc:sldMkLst>
        <pc:spChg chg="mod">
          <ac:chgData name="Wick, Felix" userId="85efb633-acf6-425d-a271-4f136bfa2fb0" providerId="ADAL" clId="{64F59F2E-701A-4175-A64C-D0A9AC6FD62F}" dt="2025-01-28T11:27:42.599" v="1289" actId="20577"/>
          <ac:spMkLst>
            <pc:docMk/>
            <pc:sldMk cId="793683279" sldId="272"/>
            <ac:spMk id="3" creationId="{111AFC3B-A5E8-E02B-3B57-552EF4E575D2}"/>
          </ac:spMkLst>
        </pc:spChg>
      </pc:sldChg>
      <pc:sldChg chg="addSp delSp modSp new del mod modClrScheme chgLayout">
        <pc:chgData name="Wick, Felix" userId="85efb633-acf6-425d-a271-4f136bfa2fb0" providerId="ADAL" clId="{64F59F2E-701A-4175-A64C-D0A9AC6FD62F}" dt="2025-02-27T22:09:02.239" v="4773" actId="47"/>
        <pc:sldMkLst>
          <pc:docMk/>
          <pc:sldMk cId="2771831494" sldId="273"/>
        </pc:sldMkLst>
      </pc:sldChg>
      <pc:sldChg chg="del">
        <pc:chgData name="Wick, Felix" userId="85efb633-acf6-425d-a271-4f136bfa2fb0" providerId="ADAL" clId="{64F59F2E-701A-4175-A64C-D0A9AC6FD62F}" dt="2025-02-27T21:48:46.286" v="4718" actId="47"/>
        <pc:sldMkLst>
          <pc:docMk/>
          <pc:sldMk cId="1504602858" sldId="274"/>
        </pc:sldMkLst>
      </pc:sldChg>
      <pc:sldChg chg="delSp modSp add del mod">
        <pc:chgData name="Wick, Felix" userId="85efb633-acf6-425d-a271-4f136bfa2fb0" providerId="ADAL" clId="{64F59F2E-701A-4175-A64C-D0A9AC6FD62F}" dt="2025-03-13T14:52:32.226" v="7519"/>
        <pc:sldMkLst>
          <pc:docMk/>
          <pc:sldMk cId="28529905" sldId="275"/>
        </pc:sldMkLst>
        <pc:spChg chg="mod">
          <ac:chgData name="Wick, Felix" userId="85efb633-acf6-425d-a271-4f136bfa2fb0" providerId="ADAL" clId="{64F59F2E-701A-4175-A64C-D0A9AC6FD62F}" dt="2025-03-13T14:52:32.226" v="7519"/>
          <ac:spMkLst>
            <pc:docMk/>
            <pc:sldMk cId="28529905" sldId="275"/>
            <ac:spMk id="5" creationId="{E07385CB-D725-C163-7B63-8CCA18A2E90E}"/>
          </ac:spMkLst>
        </pc:spChg>
      </pc:sldChg>
      <pc:sldChg chg="ord">
        <pc:chgData name="Wick, Felix" userId="85efb633-acf6-425d-a271-4f136bfa2fb0" providerId="ADAL" clId="{64F59F2E-701A-4175-A64C-D0A9AC6FD62F}" dt="2025-03-01T21:21:15.608" v="5784"/>
        <pc:sldMkLst>
          <pc:docMk/>
          <pc:sldMk cId="1504602858" sldId="277"/>
        </pc:sldMkLst>
      </pc:sldChg>
      <pc:sldChg chg="del">
        <pc:chgData name="Wick, Felix" userId="85efb633-acf6-425d-a271-4f136bfa2fb0" providerId="ADAL" clId="{64F59F2E-701A-4175-A64C-D0A9AC6FD62F}" dt="2025-03-13T14:52:36.426" v="7520" actId="47"/>
        <pc:sldMkLst>
          <pc:docMk/>
          <pc:sldMk cId="61419988" sldId="278"/>
        </pc:sldMkLst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06E0FD1-891F-4B1E-916D-E9B585160BB8}" type="datetimeFigureOut">
              <a:rPr lang="en-GB" smtClean="0"/>
              <a:t>29/01/2026</a:t>
            </a:fld>
            <a:endParaRPr lang="en-GB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GB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5C76E5F-9D68-4973-8A2A-59949176DA9A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05722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D32AD05-B4BB-840D-5044-DA9C798A978C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119A7B47-AB1A-4CDD-9144-EE000976B8D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A7BF8C95-BBF9-31D1-0ADC-C8AB370E0ED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68C3F22-27B2-44E3-9C5F-D08126455F6F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3C10D86-4DAB-EC0A-AB86-60CC82054B1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69AE665-34F4-8BF5-6B4D-509F026F4E9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51186499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86CC6E7-920C-E54D-5199-F32C32EBC72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7A0735A-AC30-5DB9-385E-9410CD353E9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1B9A63D1-8AAD-A89C-781E-A7DCD49CF6D1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295ED7B-FEAD-4734-819F-93EF4B0EA908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C05E6A99-2E8C-3768-5C28-3740DFA8614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EA99DA9-9DF3-F3CB-C047-01F3E031579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27867730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9B178B1-DC4C-C72D-A4CD-2071F7D2071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C68F496-2872-EA37-A28F-F61DA15D83C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343CD11-8172-4EA7-A05A-3E9BED2431C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2D5D4B4-C926-4B45-8815-1ED8911179A2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774FC75-D902-977C-06B6-D053E6FA828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E51B89A-2DD6-EBD2-E8D5-67D7A3120E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64744899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A7548EF-DE77-786B-3AB0-B8EE80AE05A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49C10666-C3AD-A843-F133-FC4D90F8147F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554FF850-9497-0370-2422-7DCC4D022482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25EE3548-F4EA-A9B5-F070-FA4BA4A831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B4C5210A-0E37-4935-93AF-69F21A5F712F}" type="datetime1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78AFAA4D-1024-F35F-4351-831E1814DC5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C8F5DF7-B945-53CA-C385-BF5C6A7153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54790756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5B75B77-D383-D322-AEC0-72CA3719958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4B1F7C1F-D865-CA91-C666-FFCCC4FC3DF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96AB659D-F2AF-E840-A39C-B6D4CD3AF2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791F6025-6FB4-DA3E-9136-B086A61682BC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EBDF3B27-FE38-C9E0-63E8-5B78CE540A49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34CDAD08-3AA3-354B-C68E-3E3F0AF87E7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3D3A6B2F-436C-4691-80E8-9C890E000E9D}" type="datetime1">
              <a:rPr lang="en-GB" smtClean="0"/>
              <a:t>29/01/2026</a:t>
            </a:fld>
            <a:endParaRPr lang="en-GB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B27264E2-C174-553A-038E-6567A52DB7A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291666C-2E1A-1181-C70B-FBB28F1884B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43758135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5D917D-EEC5-D75C-55B7-5A81063FC35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3E150BF-302E-AA68-42DC-74C1EA79511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4385F4C-D74B-496F-8D21-97E3549C783B}" type="datetime1">
              <a:rPr lang="en-GB" smtClean="0"/>
              <a:t>29/01/2026</a:t>
            </a:fld>
            <a:endParaRPr lang="en-GB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DE426D10-ABD1-7C54-CE39-7A4A134BC263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5AA02836-662F-47B1-7567-2A2E60B6361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79930622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2A5FEEF3-64F0-021E-129C-EAA067060B8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CBDCB32-C241-4703-A832-4EB47BD54E83}" type="datetime1">
              <a:rPr lang="en-GB" smtClean="0"/>
              <a:t>29/01/2026</a:t>
            </a:fld>
            <a:endParaRPr lang="en-GB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D121C624-8D17-C8D8-65E3-79B11B01E88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502005F-03E9-EF5B-B297-EAE94026C85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3560182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2DEE13F-1C85-75C1-BBD6-4EF64924CE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C849CB5E-861F-9C33-823E-EB2694F54082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DD4C4F26-7C81-22B3-04D5-743643DB2888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B518B1A3-9313-9165-A328-DEAB1821FA3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85C150FF-BE95-4D25-A16A-E368A81CBF24}" type="datetime1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18EB9C9-316A-42D2-382C-3E7DEC4B166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43C8CFB8-8FF5-B166-EBF9-B764989694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938318461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145D41C-CF05-2F89-F8FC-DD0931ED808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74FCDE16-0F20-1107-A39C-71B8B6D9532B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GB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C07E2599-3F89-F92C-ECD5-CBFC03AB1714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1FFB60AC-D043-8272-AE6A-A8E5B8A374D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F3C5DB4B-B349-43C9-A424-BADA723AD9F1}" type="datetime1">
              <a:rPr lang="en-GB" smtClean="0"/>
              <a:t>29/01/2026</a:t>
            </a:fld>
            <a:endParaRPr lang="en-GB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00A03EE6-D895-561C-441A-604E38A6DA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5AA47F20-FBD8-886E-EF9A-D8AE8BFE3B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771345091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4BD2C68-3E4B-7070-3BF2-3E61A775A2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58431E10-D2DD-0D8A-398F-957702B05EDB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16A0762-E24E-EA37-D3D6-85FD301DEE3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CD03846-7BF6-4FB6-A921-FF3379ADBD4C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F9A92B9B-8389-F8AB-7C9B-4AB887B7E0E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52EE1FF1-A4E8-24D9-9253-6DA02F950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38017385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C847842B-C168-F0E3-41CF-EC817DFD50D1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138C9306-7BEA-9A58-247B-5E8D728C0107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7935EBA-2B35-51D8-8564-DAEC993B226C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9E1B91A-3FD0-4144-9C84-63E9688ED2FE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F58BC42-D6BF-B47B-F3DA-FF0EA29DD61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19BF052-4BB9-5153-7BEC-9BA52B390E3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95362629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B1F56395-FA5B-DEC3-329C-4DAB946C52C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  <a:endParaRPr lang="en-GB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6A7CDC4-8C08-2251-4B6D-A6B1DDA575B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GB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7963D46B-F1E1-9A5A-E16C-D9E3E18E1F79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12632426-0A0C-405F-A3D0-2D11AA44702A}" type="datetime1">
              <a:rPr lang="en-GB" smtClean="0"/>
              <a:t>29/01/2026</a:t>
            </a:fld>
            <a:endParaRPr lang="en-GB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CB9336A-4601-EB96-28AF-D2D6216602C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B974CCC3-F2F7-6EBE-2376-34F7F60C10B2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08C366F5-AFAD-49CB-854A-9D9E238FCA13}" type="slidenum">
              <a:rPr lang="en-GB" smtClean="0"/>
              <a:t>‹Nr.›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003989126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698641C-BAC0-4155-84D5-F4B73D88F27B}"/>
              </a:ext>
            </a:extLst>
          </p:cNvPr>
          <p:cNvSpPr>
            <a:spLocks noGrp="1"/>
          </p:cNvSpPr>
          <p:nvPr>
            <p:ph type="ctrTitle"/>
          </p:nvPr>
        </p:nvSpPr>
        <p:spPr/>
        <p:txBody>
          <a:bodyPr>
            <a:normAutofit/>
          </a:bodyPr>
          <a:lstStyle/>
          <a:p>
            <a:r>
              <a:rPr lang="de-DE" dirty="0" err="1"/>
              <a:t>Discrete</a:t>
            </a:r>
            <a:r>
              <a:rPr lang="de-DE" dirty="0"/>
              <a:t>-time Controllers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0FB6519B-0EF3-5498-C5EB-DE1F37841114}"/>
              </a:ext>
            </a:extLst>
          </p:cNvPr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 dirty="0"/>
              <a:t>Control Engineering</a:t>
            </a:r>
          </a:p>
        </p:txBody>
      </p:sp>
    </p:spTree>
    <p:extLst>
      <p:ext uri="{BB962C8B-B14F-4D97-AF65-F5344CB8AC3E}">
        <p14:creationId xmlns:p14="http://schemas.microsoft.com/office/powerpoint/2010/main" val="2303947443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080AD447-446B-E09E-6F4A-522C1DBB462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GB" dirty="0"/>
              <a:t>Course Schedule</a:t>
            </a:r>
          </a:p>
        </p:txBody>
      </p:sp>
      <p:sp>
        <p:nvSpPr>
          <p:cNvPr id="6" name="Inhaltsplatzhalter 5">
            <a:extLst>
              <a:ext uri="{FF2B5EF4-FFF2-40B4-BE49-F238E27FC236}">
                <a16:creationId xmlns:a16="http://schemas.microsoft.com/office/drawing/2014/main" id="{CF502483-E45D-7D7D-D169-ACA4F8327D26}"/>
              </a:ext>
            </a:extLst>
          </p:cNvPr>
          <p:cNvSpPr>
            <a:spLocks noGrp="1"/>
          </p:cNvSpPr>
          <p:nvPr>
            <p:ph sz="half" idx="1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/>
            </a:pPr>
            <a:r>
              <a:rPr lang="de-DE" dirty="0"/>
              <a:t>Systems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 err="1"/>
              <a:t>Continuous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Laplace Domain</a:t>
            </a:r>
          </a:p>
          <a:p>
            <a:pPr marL="514350" indent="-514350">
              <a:buFont typeface="+mj-lt"/>
              <a:buAutoNum type="arabicPeriod"/>
            </a:pPr>
            <a:endParaRPr lang="de-DE" dirty="0"/>
          </a:p>
          <a:p>
            <a:pPr marL="514350" indent="-514350">
              <a:buFont typeface="+mj-lt"/>
              <a:buAutoNum type="arabicPeriod"/>
            </a:pPr>
            <a:r>
              <a:rPr lang="de-DE" dirty="0"/>
              <a:t>Poles/Zeros &amp;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7" name="Inhaltsplatzhalter 6">
            <a:extLst>
              <a:ext uri="{FF2B5EF4-FFF2-40B4-BE49-F238E27FC236}">
                <a16:creationId xmlns:a16="http://schemas.microsoft.com/office/drawing/2014/main" id="{B671907E-FFFA-73EF-8E7D-4AB4EBDD957B}"/>
              </a:ext>
            </a:extLst>
          </p:cNvPr>
          <p:cNvSpPr>
            <a:spLocks noGrp="1"/>
          </p:cNvSpPr>
          <p:nvPr>
            <p:ph sz="half" idx="2"/>
          </p:nvPr>
        </p:nvSpPr>
        <p:spPr/>
        <p:txBody>
          <a:bodyPr>
            <a:normAutofit/>
          </a:bodyPr>
          <a:lstStyle/>
          <a:p>
            <a:pPr marL="514350" indent="-514350">
              <a:buFont typeface="+mj-lt"/>
              <a:buAutoNum type="arabicPeriod" startAt="5"/>
            </a:pPr>
            <a:r>
              <a:rPr lang="de-DE" dirty="0"/>
              <a:t>Controller Design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Discrete</a:t>
            </a:r>
            <a:r>
              <a:rPr lang="de-DE" dirty="0"/>
              <a:t>-time Controllers</a:t>
            </a:r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/>
              <a:t>State Space </a:t>
            </a:r>
            <a:r>
              <a:rPr lang="de-DE" dirty="0" err="1"/>
              <a:t>Representation</a:t>
            </a:r>
            <a:endParaRPr lang="de-DE" dirty="0"/>
          </a:p>
          <a:p>
            <a:pPr marL="514350" indent="-514350">
              <a:buFont typeface="+mj-lt"/>
              <a:buAutoNum type="arabicPeriod" startAt="5"/>
            </a:pPr>
            <a:endParaRPr lang="de-DE" dirty="0"/>
          </a:p>
          <a:p>
            <a:pPr marL="514350" indent="-514350">
              <a:buFont typeface="+mj-lt"/>
              <a:buAutoNum type="arabicPeriod" startAt="5"/>
            </a:pPr>
            <a:r>
              <a:rPr lang="de-DE" dirty="0" err="1"/>
              <a:t>Advanced</a:t>
            </a:r>
            <a:r>
              <a:rPr lang="de-DE" dirty="0"/>
              <a:t> Control Methods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0664D44-83AC-6A7A-17E0-C1AE2ED18FF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2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31033669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itel 5">
            <a:extLst>
              <a:ext uri="{FF2B5EF4-FFF2-40B4-BE49-F238E27FC236}">
                <a16:creationId xmlns:a16="http://schemas.microsoft.com/office/drawing/2014/main" id="{E92B2E04-27B7-8A9A-6143-C8831F83408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Discrete</a:t>
            </a:r>
            <a:r>
              <a:rPr lang="de-DE" dirty="0"/>
              <a:t>-time Controllers</a:t>
            </a:r>
          </a:p>
        </p:txBody>
      </p:sp>
      <p:sp>
        <p:nvSpPr>
          <p:cNvPr id="8" name="Inhaltsplatzhalter 7">
            <a:extLst>
              <a:ext uri="{FF2B5EF4-FFF2-40B4-BE49-F238E27FC236}">
                <a16:creationId xmlns:a16="http://schemas.microsoft.com/office/drawing/2014/main" id="{8B599745-405B-0FFD-67CC-A4CA1E6684A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Digital </a:t>
            </a:r>
            <a:r>
              <a:rPr lang="de-DE" dirty="0" err="1"/>
              <a:t>controllers</a:t>
            </a:r>
            <a:endParaRPr lang="de-DE" dirty="0"/>
          </a:p>
          <a:p>
            <a:r>
              <a:rPr lang="de-DE" dirty="0"/>
              <a:t>Sampling &amp; Zero-Order Hold</a:t>
            </a:r>
          </a:p>
          <a:p>
            <a:r>
              <a:rPr lang="de-DE" dirty="0" err="1"/>
              <a:t>z</a:t>
            </a:r>
            <a:r>
              <a:rPr lang="de-DE" dirty="0"/>
              <a:t>-transfer </a:t>
            </a:r>
            <a:r>
              <a:rPr lang="de-DE" dirty="0" err="1"/>
              <a:t>functions</a:t>
            </a:r>
            <a:endParaRPr lang="de-DE" dirty="0"/>
          </a:p>
          <a:p>
            <a:r>
              <a:rPr lang="de-DE" dirty="0"/>
              <a:t>Euler &amp; </a:t>
            </a:r>
            <a:r>
              <a:rPr lang="de-DE" dirty="0" err="1"/>
              <a:t>Tustin</a:t>
            </a:r>
            <a:r>
              <a:rPr lang="de-DE" dirty="0"/>
              <a:t> </a:t>
            </a:r>
            <a:r>
              <a:rPr lang="de-DE" dirty="0" err="1"/>
              <a:t>discretization</a:t>
            </a:r>
            <a:r>
              <a:rPr lang="de-DE" dirty="0"/>
              <a:t> </a:t>
            </a:r>
            <a:r>
              <a:rPr lang="de-DE" dirty="0" err="1"/>
              <a:t>methods</a:t>
            </a:r>
            <a:endParaRPr lang="de-DE" dirty="0"/>
          </a:p>
        </p:txBody>
      </p:sp>
      <p:sp>
        <p:nvSpPr>
          <p:cNvPr id="5" name="Foliennummernplatzhalter 4">
            <a:extLst>
              <a:ext uri="{FF2B5EF4-FFF2-40B4-BE49-F238E27FC236}">
                <a16:creationId xmlns:a16="http://schemas.microsoft.com/office/drawing/2014/main" id="{422405FE-CC14-5A9E-E6BC-374EBECB4E8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3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204133960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9B815CB-9B3A-95F8-AEEF-789EBD9B87A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Why</a:t>
            </a:r>
            <a:r>
              <a:rPr lang="de-DE" dirty="0"/>
              <a:t> Digital Control?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ED0B1ED3-1DF7-9213-36EE-664A9A2E2827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Controllers </a:t>
            </a:r>
            <a:r>
              <a:rPr lang="de-DE" dirty="0" err="1"/>
              <a:t>implemented</a:t>
            </a:r>
            <a:r>
              <a:rPr lang="de-DE" dirty="0"/>
              <a:t> on </a:t>
            </a:r>
            <a:r>
              <a:rPr lang="de-DE" dirty="0" err="1"/>
              <a:t>microcontrollers</a:t>
            </a:r>
            <a:endParaRPr lang="de-DE" dirty="0"/>
          </a:p>
          <a:p>
            <a:r>
              <a:rPr lang="de-DE" dirty="0" err="1"/>
              <a:t>Flexibility</a:t>
            </a:r>
            <a:r>
              <a:rPr lang="de-DE" dirty="0"/>
              <a:t> and </a:t>
            </a:r>
            <a:r>
              <a:rPr lang="de-DE" dirty="0" err="1"/>
              <a:t>programmability</a:t>
            </a:r>
            <a:endParaRPr lang="de-DE" dirty="0"/>
          </a:p>
          <a:p>
            <a:r>
              <a:rPr lang="de-DE" dirty="0" err="1"/>
              <a:t>Cost</a:t>
            </a:r>
            <a:r>
              <a:rPr lang="de-DE" dirty="0"/>
              <a:t> </a:t>
            </a:r>
            <a:r>
              <a:rPr lang="de-DE" dirty="0" err="1"/>
              <a:t>efficiency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FE5F975-800C-923F-C0D1-904DD82BC92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4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270854930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0B5483B4-2097-BA9C-BEEC-5D77C96D8B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Sampling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3660A92-BBD5-B430-333F-20D223BE6664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Signals </a:t>
            </a:r>
            <a:r>
              <a:rPr lang="de-DE" dirty="0" err="1"/>
              <a:t>measured</a:t>
            </a:r>
            <a:r>
              <a:rPr lang="de-DE" dirty="0"/>
              <a:t> at </a:t>
            </a:r>
            <a:r>
              <a:rPr lang="de-DE" dirty="0" err="1"/>
              <a:t>discrete</a:t>
            </a:r>
            <a:r>
              <a:rPr lang="de-DE" dirty="0"/>
              <a:t> </a:t>
            </a:r>
            <a:r>
              <a:rPr lang="de-DE" dirty="0" err="1"/>
              <a:t>times</a:t>
            </a:r>
            <a:endParaRPr lang="de-DE" dirty="0"/>
          </a:p>
          <a:p>
            <a:r>
              <a:rPr lang="de-DE" dirty="0"/>
              <a:t>Sampling </a:t>
            </a:r>
            <a:r>
              <a:rPr lang="de-DE" dirty="0" err="1"/>
              <a:t>period</a:t>
            </a:r>
            <a:r>
              <a:rPr lang="de-DE" dirty="0"/>
              <a:t> </a:t>
            </a:r>
            <a:r>
              <a:rPr lang="de-DE" dirty="0" err="1"/>
              <a:t>selection</a:t>
            </a:r>
            <a:r>
              <a:rPr lang="de-DE" dirty="0"/>
              <a:t> </a:t>
            </a:r>
            <a:r>
              <a:rPr lang="de-DE" dirty="0" err="1"/>
              <a:t>critical</a:t>
            </a:r>
            <a:endParaRPr lang="de-DE" dirty="0"/>
          </a:p>
          <a:p>
            <a:r>
              <a:rPr lang="de-DE" dirty="0"/>
              <a:t>Aliasing </a:t>
            </a:r>
            <a:r>
              <a:rPr lang="de-DE" dirty="0" err="1"/>
              <a:t>effects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6DDAB374-386D-E2FC-9168-D2BABD3E04F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5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674524738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B541EB34-91F7-7AA8-187C-D2604A3480BA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Zero-Order Hold (ZOH)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49E8EFF3-CC02-00AB-EB73-26424F6867D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Holds </a:t>
            </a:r>
            <a:r>
              <a:rPr lang="de-DE" dirty="0" err="1"/>
              <a:t>input</a:t>
            </a:r>
            <a:r>
              <a:rPr lang="de-DE" dirty="0"/>
              <a:t> </a:t>
            </a:r>
            <a:r>
              <a:rPr lang="de-DE" dirty="0" err="1"/>
              <a:t>constant</a:t>
            </a:r>
            <a:r>
              <a:rPr lang="de-DE" dirty="0"/>
              <a:t> </a:t>
            </a:r>
            <a:r>
              <a:rPr lang="de-DE" dirty="0" err="1"/>
              <a:t>between</a:t>
            </a:r>
            <a:r>
              <a:rPr lang="de-DE" dirty="0"/>
              <a:t> </a:t>
            </a:r>
            <a:r>
              <a:rPr lang="de-DE" dirty="0" err="1"/>
              <a:t>samples</a:t>
            </a:r>
            <a:endParaRPr lang="de-DE" dirty="0"/>
          </a:p>
          <a:p>
            <a:r>
              <a:rPr lang="de-DE" dirty="0"/>
              <a:t>Models DAC </a:t>
            </a:r>
            <a:r>
              <a:rPr lang="de-DE" dirty="0" err="1"/>
              <a:t>behavior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A9466D5C-63DE-4B7F-96EA-005E8F82C3C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6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065809613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36F255E-618D-CA17-829B-000D81D5337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Discrete</a:t>
            </a:r>
            <a:r>
              <a:rPr lang="de-DE" dirty="0"/>
              <a:t>-Time Models</a:t>
            </a:r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7CC130B-0057-3C1F-67EB-B0AD2D7FC45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Difference</a:t>
            </a:r>
            <a:r>
              <a:rPr lang="de-DE" dirty="0"/>
              <a:t> </a:t>
            </a:r>
            <a:r>
              <a:rPr lang="de-DE" dirty="0" err="1"/>
              <a:t>equations</a:t>
            </a:r>
            <a:endParaRPr lang="de-DE" dirty="0"/>
          </a:p>
          <a:p>
            <a:r>
              <a:rPr lang="de-DE" dirty="0" err="1"/>
              <a:t>z-transform</a:t>
            </a:r>
            <a:r>
              <a:rPr lang="de-DE" dirty="0"/>
              <a:t> </a:t>
            </a:r>
            <a:r>
              <a:rPr lang="de-DE" dirty="0" err="1"/>
              <a:t>representation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31B184AA-C3CB-0E1F-B2FE-ED94AE479C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7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59680345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F72E2459-DBE8-2A75-5BAE-0EE350A3171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z</a:t>
            </a:r>
            <a:r>
              <a:rPr lang="de-DE" dirty="0"/>
              <a:t>-Transfer </a:t>
            </a:r>
            <a:r>
              <a:rPr lang="de-DE" dirty="0" err="1"/>
              <a:t>Functions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B94E6248-1BA1-3AB3-8452-0EB5FBF61D15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Discrete</a:t>
            </a:r>
            <a:r>
              <a:rPr lang="de-DE" dirty="0"/>
              <a:t> </a:t>
            </a:r>
            <a:r>
              <a:rPr lang="de-DE" dirty="0" err="1"/>
              <a:t>equivalent</a:t>
            </a:r>
            <a:r>
              <a:rPr lang="de-DE" dirty="0"/>
              <a:t> </a:t>
            </a:r>
            <a:r>
              <a:rPr lang="de-DE" dirty="0" err="1"/>
              <a:t>of</a:t>
            </a:r>
            <a:r>
              <a:rPr lang="de-DE" dirty="0"/>
              <a:t> Laplace </a:t>
            </a:r>
            <a:r>
              <a:rPr lang="de-DE" dirty="0" err="1"/>
              <a:t>transfer</a:t>
            </a:r>
            <a:r>
              <a:rPr lang="de-DE" dirty="0"/>
              <a:t> </a:t>
            </a:r>
            <a:r>
              <a:rPr lang="de-DE" dirty="0" err="1"/>
              <a:t>functions</a:t>
            </a:r>
            <a:endParaRPr lang="de-DE" dirty="0"/>
          </a:p>
          <a:p>
            <a:r>
              <a:rPr lang="de-DE" dirty="0"/>
              <a:t>Poles </a:t>
            </a:r>
            <a:r>
              <a:rPr lang="de-DE" dirty="0" err="1"/>
              <a:t>inside</a:t>
            </a:r>
            <a:r>
              <a:rPr lang="de-DE" dirty="0"/>
              <a:t> </a:t>
            </a:r>
            <a:r>
              <a:rPr lang="de-DE" dirty="0" err="1"/>
              <a:t>unit</a:t>
            </a:r>
            <a:r>
              <a:rPr lang="de-DE" dirty="0"/>
              <a:t> </a:t>
            </a:r>
            <a:r>
              <a:rPr lang="de-DE" dirty="0" err="1"/>
              <a:t>circle</a:t>
            </a:r>
            <a:r>
              <a:rPr lang="de-DE" dirty="0"/>
              <a:t> → </a:t>
            </a:r>
            <a:r>
              <a:rPr lang="de-DE" dirty="0" err="1"/>
              <a:t>stability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B2515CCA-631A-F11D-97BE-34BE6B328CD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8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71126391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59A7F8DE-CF5F-2F1E-0945-3168CB43718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Euler </a:t>
            </a:r>
            <a:r>
              <a:rPr lang="de-DE" dirty="0" err="1"/>
              <a:t>Discretization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310AC651-4ADB-CB27-8745-B7F22B02E97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Simple </a:t>
            </a:r>
            <a:r>
              <a:rPr lang="de-DE" dirty="0" err="1"/>
              <a:t>numerical</a:t>
            </a:r>
            <a:r>
              <a:rPr lang="de-DE" dirty="0"/>
              <a:t> </a:t>
            </a:r>
            <a:r>
              <a:rPr lang="de-DE" dirty="0" err="1"/>
              <a:t>approximation</a:t>
            </a:r>
            <a:endParaRPr lang="de-DE" dirty="0"/>
          </a:p>
          <a:p>
            <a:r>
              <a:rPr lang="de-DE" dirty="0"/>
              <a:t>Can </a:t>
            </a:r>
            <a:r>
              <a:rPr lang="de-DE" dirty="0" err="1"/>
              <a:t>distort</a:t>
            </a:r>
            <a:r>
              <a:rPr lang="de-DE" dirty="0"/>
              <a:t> </a:t>
            </a:r>
            <a:r>
              <a:rPr lang="de-DE" dirty="0" err="1"/>
              <a:t>dynamics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4B7BC145-6539-93D9-C74D-D8A3C1EEA21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9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560597776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9FFFBB7-5493-01B1-DF7E-930B30993F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 err="1"/>
              <a:t>Tustin</a:t>
            </a:r>
            <a:r>
              <a:rPr lang="de-DE" dirty="0"/>
              <a:t> </a:t>
            </a:r>
            <a:r>
              <a:rPr lang="de-DE" dirty="0" err="1"/>
              <a:t>Discretization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0BDC2B80-65D3-5892-4CF0-DAC832DAC83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/>
              <a:t>Bilinear </a:t>
            </a:r>
            <a:r>
              <a:rPr lang="de-DE" dirty="0" err="1"/>
              <a:t>transformation</a:t>
            </a:r>
            <a:endParaRPr lang="de-DE" dirty="0"/>
          </a:p>
          <a:p>
            <a:r>
              <a:rPr lang="de-DE" dirty="0" err="1"/>
              <a:t>Preserves</a:t>
            </a:r>
            <a:r>
              <a:rPr lang="de-DE" dirty="0"/>
              <a:t> </a:t>
            </a:r>
            <a:r>
              <a:rPr lang="de-DE" dirty="0" err="1"/>
              <a:t>frequency</a:t>
            </a:r>
            <a:r>
              <a:rPr lang="de-DE" dirty="0"/>
              <a:t> </a:t>
            </a:r>
            <a:r>
              <a:rPr lang="de-DE" dirty="0" err="1"/>
              <a:t>characteristics</a:t>
            </a:r>
            <a:r>
              <a:rPr lang="de-DE" dirty="0"/>
              <a:t> </a:t>
            </a:r>
            <a:r>
              <a:rPr lang="de-DE" dirty="0" err="1"/>
              <a:t>better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26D5E52C-843C-475B-4446-7DFD4F8F786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10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999781829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127BFA6C-0A38-374F-945C-AC62249259F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 dirty="0"/>
              <a:t>Implementation </a:t>
            </a:r>
            <a:r>
              <a:rPr lang="de-DE" dirty="0" err="1"/>
              <a:t>Issues</a:t>
            </a:r>
            <a:endParaRPr lang="de-DE" dirty="0"/>
          </a:p>
        </p:txBody>
      </p:sp>
      <p:sp>
        <p:nvSpPr>
          <p:cNvPr id="3" name="Inhaltsplatzhalter 2">
            <a:extLst>
              <a:ext uri="{FF2B5EF4-FFF2-40B4-BE49-F238E27FC236}">
                <a16:creationId xmlns:a16="http://schemas.microsoft.com/office/drawing/2014/main" id="{A528764C-E616-37B1-6C5F-EC8409FD4500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r>
              <a:rPr lang="de-DE" dirty="0" err="1"/>
              <a:t>Quantization</a:t>
            </a:r>
            <a:endParaRPr lang="de-DE" dirty="0"/>
          </a:p>
          <a:p>
            <a:r>
              <a:rPr lang="de-DE" dirty="0" err="1"/>
              <a:t>Computation</a:t>
            </a:r>
            <a:r>
              <a:rPr lang="de-DE" dirty="0"/>
              <a:t> </a:t>
            </a:r>
            <a:r>
              <a:rPr lang="de-DE" dirty="0" err="1"/>
              <a:t>delay</a:t>
            </a:r>
            <a:endParaRPr lang="de-DE" dirty="0"/>
          </a:p>
          <a:p>
            <a:r>
              <a:rPr lang="de-DE" dirty="0" err="1"/>
              <a:t>Numerical</a:t>
            </a:r>
            <a:r>
              <a:rPr lang="de-DE" dirty="0"/>
              <a:t> </a:t>
            </a:r>
            <a:r>
              <a:rPr lang="de-DE" dirty="0" err="1"/>
              <a:t>precision</a:t>
            </a:r>
            <a:endParaRPr lang="de-DE" dirty="0"/>
          </a:p>
        </p:txBody>
      </p:sp>
      <p:sp>
        <p:nvSpPr>
          <p:cNvPr id="4" name="Foliennummernplatzhalter 3">
            <a:extLst>
              <a:ext uri="{FF2B5EF4-FFF2-40B4-BE49-F238E27FC236}">
                <a16:creationId xmlns:a16="http://schemas.microsoft.com/office/drawing/2014/main" id="{EF66F0F8-6AC5-36AB-811E-3A7AD0150C3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08C366F5-AFAD-49CB-854A-9D9E238FCA13}" type="slidenum">
              <a:rPr lang="en-GB" smtClean="0"/>
              <a:t>11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17741612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132</Words>
  <Application>Microsoft Macintosh PowerPoint</Application>
  <PresentationFormat>Breitbild</PresentationFormat>
  <Paragraphs>59</Paragraphs>
  <Slides>11</Slides>
  <Notes>0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3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11</vt:i4>
      </vt:variant>
    </vt:vector>
  </HeadingPairs>
  <TitlesOfParts>
    <vt:vector size="15" baseType="lpstr">
      <vt:lpstr>Aptos</vt:lpstr>
      <vt:lpstr>Aptos Display</vt:lpstr>
      <vt:lpstr>Arial</vt:lpstr>
      <vt:lpstr>Office Theme</vt:lpstr>
      <vt:lpstr>Discrete-time Controllers</vt:lpstr>
      <vt:lpstr>Course Schedule</vt:lpstr>
      <vt:lpstr>Discrete-time Controllers</vt:lpstr>
      <vt:lpstr>Why Digital Control?</vt:lpstr>
      <vt:lpstr>Sampling</vt:lpstr>
      <vt:lpstr>Zero-Order Hold (ZOH)</vt:lpstr>
      <vt:lpstr>Discrete-Time Models</vt:lpstr>
      <vt:lpstr>z-Transfer Functions</vt:lpstr>
      <vt:lpstr>Euler Discretization</vt:lpstr>
      <vt:lpstr>Tustin Discretization</vt:lpstr>
      <vt:lpstr>Implementation Issues</vt:lpstr>
    </vt:vector>
  </TitlesOfParts>
  <Company>Panasonic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Wick, Felix</dc:creator>
  <cp:lastModifiedBy>Felix Wick</cp:lastModifiedBy>
  <cp:revision>46</cp:revision>
  <dcterms:created xsi:type="dcterms:W3CDTF">2025-01-08T09:27:30Z</dcterms:created>
  <dcterms:modified xsi:type="dcterms:W3CDTF">2026-01-29T11:02:19Z</dcterms:modified>
</cp:coreProperties>
</file>